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8" r:id="rId4"/>
    <p:sldMasterId id="214748370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Familjen Grotesk Medium"/>
      <p:regular r:id="rId16"/>
      <p:bold r:id="rId17"/>
      <p:italic r:id="rId18"/>
      <p:boldItalic r:id="rId19"/>
    </p:embeddedFont>
    <p:embeddedFont>
      <p:font typeface="Spectral ExtraLight"/>
      <p:regular r:id="rId20"/>
      <p:bold r:id="rId21"/>
      <p:italic r:id="rId22"/>
      <p:boldItalic r:id="rId23"/>
    </p:embeddedFont>
    <p:embeddedFont>
      <p:font typeface="Familjen Grotesk"/>
      <p:regular r:id="rId24"/>
      <p:bold r:id="rId25"/>
      <p:italic r:id="rId26"/>
      <p:boldItalic r:id="rId27"/>
    </p:embeddedFont>
    <p:embeddedFont>
      <p:font typeface="Spectral"/>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Spectral-boldItalic.fntdata"/><Relationship Id="rId30" Type="http://schemas.openxmlformats.org/officeDocument/2006/relationships/font" Target="fonts/Spectral-italic.fntdata"/><Relationship Id="rId20" Type="http://schemas.openxmlformats.org/officeDocument/2006/relationships/font" Target="fonts/SpectralExtraLight-regular.fntdata"/><Relationship Id="rId22" Type="http://schemas.openxmlformats.org/officeDocument/2006/relationships/font" Target="fonts/SpectralExtraLight-italic.fntdata"/><Relationship Id="rId21" Type="http://schemas.openxmlformats.org/officeDocument/2006/relationships/font" Target="fonts/SpectralExtraLight-bold.fntdata"/><Relationship Id="rId24" Type="http://schemas.openxmlformats.org/officeDocument/2006/relationships/font" Target="fonts/FamiljenGrotesk-regular.fntdata"/><Relationship Id="rId23" Type="http://schemas.openxmlformats.org/officeDocument/2006/relationships/font" Target="fonts/SpectralExtraLight-boldItalic.fntdata"/><Relationship Id="rId26" Type="http://schemas.openxmlformats.org/officeDocument/2006/relationships/font" Target="fonts/FamiljenGrotesk-italic.fntdata"/><Relationship Id="rId25" Type="http://schemas.openxmlformats.org/officeDocument/2006/relationships/font" Target="fonts/FamiljenGrotesk-bold.fntdata"/><Relationship Id="rId28" Type="http://schemas.openxmlformats.org/officeDocument/2006/relationships/font" Target="fonts/Spectral-regular.fntdata"/><Relationship Id="rId27" Type="http://schemas.openxmlformats.org/officeDocument/2006/relationships/font" Target="fonts/FamiljenGrotesk-boldItalic.fntdata"/><Relationship Id="rId29" Type="http://schemas.openxmlformats.org/officeDocument/2006/relationships/font" Target="fonts/Spectral-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FamiljenGroteskMedium-bold.fntdata"/><Relationship Id="rId16" Type="http://schemas.openxmlformats.org/officeDocument/2006/relationships/font" Target="fonts/FamiljenGroteskMedium-regular.fntdata"/><Relationship Id="rId19" Type="http://schemas.openxmlformats.org/officeDocument/2006/relationships/font" Target="fonts/FamiljenGroteskMedium-boldItalic.fntdata"/><Relationship Id="rId18" Type="http://schemas.openxmlformats.org/officeDocument/2006/relationships/font" Target="fonts/FamiljenGroteskMedium-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3dfe94be680_1_3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3dfe94be680_1_3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dfe94be680_1_9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3dfe94be680_1_9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1" name="Shape 631"/>
        <p:cNvGrpSpPr/>
        <p:nvPr/>
      </p:nvGrpSpPr>
      <p:grpSpPr>
        <a:xfrm>
          <a:off x="0" y="0"/>
          <a:ext cx="0" cy="0"/>
          <a:chOff x="0" y="0"/>
          <a:chExt cx="0" cy="0"/>
        </a:xfrm>
      </p:grpSpPr>
      <p:sp>
        <p:nvSpPr>
          <p:cNvPr id="632" name="Google Shape;632;g3dfe94be680_1_9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3" name="Google Shape;633;g3dfe94be680_1_9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dfe94be680_1_9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3dfe94be680_1_9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0" name="Shape 650"/>
        <p:cNvGrpSpPr/>
        <p:nvPr/>
      </p:nvGrpSpPr>
      <p:grpSpPr>
        <a:xfrm>
          <a:off x="0" y="0"/>
          <a:ext cx="0" cy="0"/>
          <a:chOff x="0" y="0"/>
          <a:chExt cx="0" cy="0"/>
        </a:xfrm>
      </p:grpSpPr>
      <p:sp>
        <p:nvSpPr>
          <p:cNvPr id="651" name="Google Shape;651;g3dfe94be680_1_9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2" name="Google Shape;652;g3dfe94be680_1_9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dfe94be680_1_10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1" name="Google Shape;661;g3dfe94be680_1_10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dfe94be680_1_10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0" name="Google Shape;670;g3dfe94be680_1_10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3dfe94be680_1_10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3dfe94be680_1_10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e0939680c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3e0939680c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_4">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_HEADER_1">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_AND_BODY_1">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7200"/>
              <a:buNone/>
              <a:defRPr/>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4" name="Google Shape;64;p16"/>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_AND_TWO_COLUMNS_1">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7200"/>
              <a:buNone/>
              <a:defRPr/>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7200"/>
              <a:buNone/>
              <a:defRPr/>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72" name="Google Shape;72;p18"/>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_1">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85" name="Google Shape;85;p21"/>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_1">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100"/>
              <a:buNone/>
              <a:defRPr/>
            </a:lvl1pPr>
          </a:lstStyle>
          <a:p/>
        </p:txBody>
      </p:sp>
      <p:sp>
        <p:nvSpPr>
          <p:cNvPr id="88" name="Google Shape;88;p22"/>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_1">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298450" lvl="0" marL="457200" algn="ctr">
              <a:spcBef>
                <a:spcPts val="0"/>
              </a:spcBef>
              <a:spcAft>
                <a:spcPts val="0"/>
              </a:spcAft>
              <a:buSzPts val="11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92" name="Google Shape;92;p23"/>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7_1">
    <p:spTree>
      <p:nvGrpSpPr>
        <p:cNvPr id="93" name="Shape 93"/>
        <p:cNvGrpSpPr/>
        <p:nvPr/>
      </p:nvGrpSpPr>
      <p:grpSpPr>
        <a:xfrm>
          <a:off x="0" y="0"/>
          <a:ext cx="0" cy="0"/>
          <a:chOff x="0" y="0"/>
          <a:chExt cx="0" cy="0"/>
        </a:xfrm>
      </p:grpSpPr>
      <p:sp>
        <p:nvSpPr>
          <p:cNvPr id="94" name="Google Shape;94;p24"/>
          <p:cNvSpPr txBox="1"/>
          <p:nvPr>
            <p:ph type="title"/>
          </p:nvPr>
        </p:nvSpPr>
        <p:spPr>
          <a:xfrm>
            <a:off x="677325" y="1832775"/>
            <a:ext cx="3217200" cy="1484100"/>
          </a:xfrm>
          <a:prstGeom prst="rect">
            <a:avLst/>
          </a:prstGeom>
        </p:spPr>
        <p:txBody>
          <a:bodyPr anchorCtr="0" anchor="ctr"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95" name="Google Shape;95;p24"/>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96" name="Google Shape;96;p24"/>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7" name="Google Shape;97;p24"/>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8" name="Google Shape;98;p24"/>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99" name="Google Shape;99;p24"/>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0" name="Google Shape;100;p24"/>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01" name="Google Shape;101;p24"/>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8_1">
    <p:spTree>
      <p:nvGrpSpPr>
        <p:cNvPr id="102" name="Shape 102"/>
        <p:cNvGrpSpPr/>
        <p:nvPr/>
      </p:nvGrpSpPr>
      <p:grpSpPr>
        <a:xfrm>
          <a:off x="0" y="0"/>
          <a:ext cx="0" cy="0"/>
          <a:chOff x="0" y="0"/>
          <a:chExt cx="0" cy="0"/>
        </a:xfrm>
      </p:grpSpPr>
      <p:sp>
        <p:nvSpPr>
          <p:cNvPr id="103" name="Google Shape;103;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7200"/>
              <a:buNone/>
              <a:defRPr/>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104" name="Google Shape;104;p25"/>
          <p:cNvSpPr txBox="1"/>
          <p:nvPr>
            <p:ph idx="1" type="body"/>
          </p:nvPr>
        </p:nvSpPr>
        <p:spPr>
          <a:xfrm>
            <a:off x="311700" y="1152475"/>
            <a:ext cx="4473900" cy="34164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5" name="Google Shape;105;p25"/>
          <p:cNvSpPr/>
          <p:nvPr>
            <p:ph idx="2" type="pic"/>
          </p:nvPr>
        </p:nvSpPr>
        <p:spPr>
          <a:xfrm>
            <a:off x="4992024" y="1152775"/>
            <a:ext cx="3840300" cy="3416400"/>
          </a:xfrm>
          <a:prstGeom prst="rect">
            <a:avLst/>
          </a:prstGeom>
          <a:noFill/>
          <a:ln>
            <a:noFill/>
          </a:ln>
        </p:spPr>
      </p:sp>
      <p:sp>
        <p:nvSpPr>
          <p:cNvPr id="106" name="Google Shape;106;p25"/>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3">
    <p:spTree>
      <p:nvGrpSpPr>
        <p:cNvPr id="107" name="Shape 107"/>
        <p:cNvGrpSpPr/>
        <p:nvPr/>
      </p:nvGrpSpPr>
      <p:grpSpPr>
        <a:xfrm>
          <a:off x="0" y="0"/>
          <a:ext cx="0" cy="0"/>
          <a:chOff x="0" y="0"/>
          <a:chExt cx="0" cy="0"/>
        </a:xfrm>
      </p:grpSpPr>
      <p:sp>
        <p:nvSpPr>
          <p:cNvPr id="108" name="Google Shape;108;p26"/>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09" name="Google Shape;109;p26"/>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0" name="Google Shape;110;p26"/>
          <p:cNvSpPr txBox="1"/>
          <p:nvPr>
            <p:ph idx="1" type="body"/>
          </p:nvPr>
        </p:nvSpPr>
        <p:spPr>
          <a:xfrm>
            <a:off x="48315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26"/>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2" name="Google Shape;112;p26"/>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13" name="Google Shape;113;p26"/>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2_2">
    <p:spTree>
      <p:nvGrpSpPr>
        <p:cNvPr id="114" name="Shape 114"/>
        <p:cNvGrpSpPr/>
        <p:nvPr/>
      </p:nvGrpSpPr>
      <p:grpSpPr>
        <a:xfrm>
          <a:off x="0" y="0"/>
          <a:ext cx="0" cy="0"/>
          <a:chOff x="0" y="0"/>
          <a:chExt cx="0" cy="0"/>
        </a:xfrm>
      </p:grpSpPr>
      <p:sp>
        <p:nvSpPr>
          <p:cNvPr id="115" name="Google Shape;115;p27"/>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16" name="Google Shape;116;p27"/>
          <p:cNvSpPr txBox="1"/>
          <p:nvPr>
            <p:ph idx="1" type="body"/>
          </p:nvPr>
        </p:nvSpPr>
        <p:spPr>
          <a:xfrm>
            <a:off x="4831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7" name="Google Shape;117;p27"/>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8" name="Google Shape;118;p27"/>
          <p:cNvSpPr txBox="1"/>
          <p:nvPr>
            <p:ph idx="3"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298450" lvl="0" marL="457200">
              <a:spcBef>
                <a:spcPts val="0"/>
              </a:spcBef>
              <a:spcAft>
                <a:spcPts val="0"/>
              </a:spcAft>
              <a:buSzPts val="11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9" name="Google Shape;119;p27"/>
          <p:cNvSpPr txBox="1"/>
          <p:nvPr>
            <p:ph type="title"/>
          </p:nvPr>
        </p:nvSpPr>
        <p:spPr>
          <a:xfrm>
            <a:off x="483175"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0" name="Google Shape;120;p27"/>
          <p:cNvSpPr txBox="1"/>
          <p:nvPr>
            <p:ph idx="4"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1" name="Google Shape;121;p27"/>
          <p:cNvSpPr txBox="1"/>
          <p:nvPr>
            <p:ph idx="5"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22" name="Google Shape;122;p27"/>
          <p:cNvSpPr txBox="1"/>
          <p:nvPr>
            <p:ph idx="6"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CUSTOM_3_1">
    <p:spTree>
      <p:nvGrpSpPr>
        <p:cNvPr id="123" name="Shape 123"/>
        <p:cNvGrpSpPr/>
        <p:nvPr/>
      </p:nvGrpSpPr>
      <p:grpSpPr>
        <a:xfrm>
          <a:off x="0" y="0"/>
          <a:ext cx="0" cy="0"/>
          <a:chOff x="0" y="0"/>
          <a:chExt cx="0" cy="0"/>
        </a:xfrm>
      </p:grpSpPr>
      <p:sp>
        <p:nvSpPr>
          <p:cNvPr id="124" name="Google Shape;124;p28"/>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25" name="Google Shape;125;p28"/>
          <p:cNvSpPr txBox="1"/>
          <p:nvPr>
            <p:ph idx="1" type="body"/>
          </p:nvPr>
        </p:nvSpPr>
        <p:spPr>
          <a:xfrm>
            <a:off x="366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6" name="Google Shape;126;p28"/>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7" name="Google Shape;127;p28"/>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8" name="Google Shape;128;p28"/>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9" name="Google Shape;129;p28"/>
          <p:cNvSpPr txBox="1"/>
          <p:nvPr>
            <p:ph type="title"/>
          </p:nvPr>
        </p:nvSpPr>
        <p:spPr>
          <a:xfrm>
            <a:off x="366750" y="450025"/>
            <a:ext cx="8184600" cy="758100"/>
          </a:xfrm>
          <a:prstGeom prst="rect">
            <a:avLst/>
          </a:prstGeom>
        </p:spPr>
        <p:txBody>
          <a:bodyPr anchorCtr="0" anchor="ctr"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30" name="Google Shape;130;p28"/>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1" name="Google Shape;131;p28"/>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2" name="Google Shape;132;p28"/>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133" name="Google Shape;133;p28"/>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_ONLY_1_1">
    <p:spTree>
      <p:nvGrpSpPr>
        <p:cNvPr id="134" name="Shape 134"/>
        <p:cNvGrpSpPr/>
        <p:nvPr/>
      </p:nvGrpSpPr>
      <p:grpSpPr>
        <a:xfrm>
          <a:off x="0" y="0"/>
          <a:ext cx="0" cy="0"/>
          <a:chOff x="0" y="0"/>
          <a:chExt cx="0" cy="0"/>
        </a:xfrm>
      </p:grpSpPr>
      <p:sp>
        <p:nvSpPr>
          <p:cNvPr id="135" name="Google Shape;135;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7200"/>
              <a:buNone/>
              <a:defRPr/>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136" name="Google Shape;136;p29"/>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37" name="Google Shape;137;p29"/>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4_1">
    <p:spTree>
      <p:nvGrpSpPr>
        <p:cNvPr id="138" name="Shape 138"/>
        <p:cNvGrpSpPr/>
        <p:nvPr/>
      </p:nvGrpSpPr>
      <p:grpSpPr>
        <a:xfrm>
          <a:off x="0" y="0"/>
          <a:ext cx="0" cy="0"/>
          <a:chOff x="0" y="0"/>
          <a:chExt cx="0" cy="0"/>
        </a:xfrm>
      </p:grpSpPr>
      <p:sp>
        <p:nvSpPr>
          <p:cNvPr id="139" name="Google Shape;139;p30"/>
          <p:cNvSpPr txBox="1"/>
          <p:nvPr>
            <p:ph idx="1" type="body"/>
          </p:nvPr>
        </p:nvSpPr>
        <p:spPr>
          <a:xfrm>
            <a:off x="311700"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0" name="Google Shape;140;p30"/>
          <p:cNvSpPr/>
          <p:nvPr>
            <p:ph idx="2" type="pic"/>
          </p:nvPr>
        </p:nvSpPr>
        <p:spPr>
          <a:xfrm>
            <a:off x="4804825" y="1133300"/>
            <a:ext cx="4027500" cy="2392800"/>
          </a:xfrm>
          <a:prstGeom prst="rect">
            <a:avLst/>
          </a:prstGeom>
          <a:noFill/>
          <a:ln>
            <a:noFill/>
          </a:ln>
        </p:spPr>
      </p:sp>
      <p:sp>
        <p:nvSpPr>
          <p:cNvPr id="141" name="Google Shape;141;p30"/>
          <p:cNvSpPr/>
          <p:nvPr>
            <p:ph idx="3" type="pic"/>
          </p:nvPr>
        </p:nvSpPr>
        <p:spPr>
          <a:xfrm>
            <a:off x="311725" y="1133300"/>
            <a:ext cx="4027500" cy="2392800"/>
          </a:xfrm>
          <a:prstGeom prst="rect">
            <a:avLst/>
          </a:prstGeom>
          <a:noFill/>
          <a:ln>
            <a:noFill/>
          </a:ln>
        </p:spPr>
      </p:sp>
      <p:sp>
        <p:nvSpPr>
          <p:cNvPr id="142" name="Google Shape;142;p30"/>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3" name="Google Shape;143;p30"/>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44" name="Google Shape;144;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7200"/>
              <a:buNone/>
              <a:defRPr/>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145" name="Google Shape;145;p30"/>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46" name="Google Shape;146;p30"/>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4_1_1">
    <p:spTree>
      <p:nvGrpSpPr>
        <p:cNvPr id="147" name="Shape 147"/>
        <p:cNvGrpSpPr/>
        <p:nvPr/>
      </p:nvGrpSpPr>
      <p:grpSpPr>
        <a:xfrm>
          <a:off x="0" y="0"/>
          <a:ext cx="0" cy="0"/>
          <a:chOff x="0" y="0"/>
          <a:chExt cx="0" cy="0"/>
        </a:xfrm>
      </p:grpSpPr>
      <p:sp>
        <p:nvSpPr>
          <p:cNvPr id="148" name="Google Shape;148;p31"/>
          <p:cNvSpPr txBox="1"/>
          <p:nvPr>
            <p:ph idx="1" type="body"/>
          </p:nvPr>
        </p:nvSpPr>
        <p:spPr>
          <a:xfrm>
            <a:off x="31170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49" name="Google Shape;149;p31"/>
          <p:cNvSpPr/>
          <p:nvPr>
            <p:ph idx="2" type="pic"/>
          </p:nvPr>
        </p:nvSpPr>
        <p:spPr>
          <a:xfrm>
            <a:off x="6205225" y="1128325"/>
            <a:ext cx="2627100" cy="2273100"/>
          </a:xfrm>
          <a:prstGeom prst="rect">
            <a:avLst/>
          </a:prstGeom>
          <a:noFill/>
          <a:ln>
            <a:noFill/>
          </a:ln>
        </p:spPr>
      </p:sp>
      <p:sp>
        <p:nvSpPr>
          <p:cNvPr id="150" name="Google Shape;150;p31"/>
          <p:cNvSpPr/>
          <p:nvPr>
            <p:ph idx="3" type="pic"/>
          </p:nvPr>
        </p:nvSpPr>
        <p:spPr>
          <a:xfrm>
            <a:off x="311725" y="1128325"/>
            <a:ext cx="2627100" cy="2273100"/>
          </a:xfrm>
          <a:prstGeom prst="rect">
            <a:avLst/>
          </a:prstGeom>
          <a:noFill/>
          <a:ln>
            <a:noFill/>
          </a:ln>
        </p:spPr>
      </p:sp>
      <p:sp>
        <p:nvSpPr>
          <p:cNvPr id="151" name="Google Shape;151;p31"/>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2" name="Google Shape;152;p31"/>
          <p:cNvSpPr/>
          <p:nvPr>
            <p:ph idx="5" type="pic"/>
          </p:nvPr>
        </p:nvSpPr>
        <p:spPr>
          <a:xfrm>
            <a:off x="3255250" y="1128325"/>
            <a:ext cx="2627100" cy="2273100"/>
          </a:xfrm>
          <a:prstGeom prst="rect">
            <a:avLst/>
          </a:prstGeom>
          <a:noFill/>
          <a:ln>
            <a:noFill/>
          </a:ln>
        </p:spPr>
      </p:sp>
      <p:sp>
        <p:nvSpPr>
          <p:cNvPr id="153" name="Google Shape;153;p31"/>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54" name="Google Shape;154;p31"/>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55" name="Google Shape;155;p31"/>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7200"/>
              <a:buNone/>
              <a:defRPr/>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156" name="Google Shape;156;p31"/>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7" name="Google Shape;157;p31"/>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158" name="Google Shape;158;p31"/>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3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5_1">
    <p:spTree>
      <p:nvGrpSpPr>
        <p:cNvPr id="159" name="Shape 159"/>
        <p:cNvGrpSpPr/>
        <p:nvPr/>
      </p:nvGrpSpPr>
      <p:grpSpPr>
        <a:xfrm>
          <a:off x="0" y="0"/>
          <a:ext cx="0" cy="0"/>
          <a:chOff x="0" y="0"/>
          <a:chExt cx="0" cy="0"/>
        </a:xfrm>
      </p:grpSpPr>
      <p:sp>
        <p:nvSpPr>
          <p:cNvPr id="160" name="Google Shape;160;p32"/>
          <p:cNvSpPr/>
          <p:nvPr>
            <p:ph idx="2" type="pic"/>
          </p:nvPr>
        </p:nvSpPr>
        <p:spPr>
          <a:xfrm>
            <a:off x="311700" y="445025"/>
            <a:ext cx="8520600" cy="4218300"/>
          </a:xfrm>
          <a:prstGeom prst="rect">
            <a:avLst/>
          </a:prstGeom>
          <a:noFill/>
          <a:ln>
            <a:noFill/>
          </a:ln>
        </p:spPr>
      </p:sp>
      <p:sp>
        <p:nvSpPr>
          <p:cNvPr id="161" name="Google Shape;161;p32"/>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6_1">
    <p:spTree>
      <p:nvGrpSpPr>
        <p:cNvPr id="162" name="Shape 162"/>
        <p:cNvGrpSpPr/>
        <p:nvPr/>
      </p:nvGrpSpPr>
      <p:grpSpPr>
        <a:xfrm>
          <a:off x="0" y="0"/>
          <a:ext cx="0" cy="0"/>
          <a:chOff x="0" y="0"/>
          <a:chExt cx="0" cy="0"/>
        </a:xfrm>
      </p:grpSpPr>
      <p:sp>
        <p:nvSpPr>
          <p:cNvPr id="163" name="Google Shape;163;p33"/>
          <p:cNvSpPr txBox="1"/>
          <p:nvPr>
            <p:ph idx="12" type="sldNum"/>
          </p:nvPr>
        </p:nvSpPr>
        <p:spPr>
          <a:xfrm>
            <a:off x="8472458" y="4663217"/>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164" name="Google Shape;164;p33"/>
          <p:cNvSpPr/>
          <p:nvPr>
            <p:ph idx="2" type="pic"/>
          </p:nvPr>
        </p:nvSpPr>
        <p:spPr>
          <a:xfrm>
            <a:off x="3389600" y="118913"/>
            <a:ext cx="1643700" cy="1535100"/>
          </a:xfrm>
          <a:prstGeom prst="rect">
            <a:avLst/>
          </a:prstGeom>
          <a:noFill/>
          <a:ln>
            <a:noFill/>
          </a:ln>
        </p:spPr>
      </p:sp>
      <p:sp>
        <p:nvSpPr>
          <p:cNvPr id="165" name="Google Shape;165;p33"/>
          <p:cNvSpPr/>
          <p:nvPr>
            <p:ph idx="3" type="pic"/>
          </p:nvPr>
        </p:nvSpPr>
        <p:spPr>
          <a:xfrm>
            <a:off x="5195935" y="118913"/>
            <a:ext cx="1643700" cy="1535100"/>
          </a:xfrm>
          <a:prstGeom prst="rect">
            <a:avLst/>
          </a:prstGeom>
          <a:noFill/>
          <a:ln>
            <a:noFill/>
          </a:ln>
        </p:spPr>
      </p:sp>
      <p:sp>
        <p:nvSpPr>
          <p:cNvPr id="166" name="Google Shape;166;p33"/>
          <p:cNvSpPr/>
          <p:nvPr>
            <p:ph idx="4" type="pic"/>
          </p:nvPr>
        </p:nvSpPr>
        <p:spPr>
          <a:xfrm>
            <a:off x="7002270" y="118913"/>
            <a:ext cx="1643700" cy="1535100"/>
          </a:xfrm>
          <a:prstGeom prst="rect">
            <a:avLst/>
          </a:prstGeom>
          <a:noFill/>
          <a:ln>
            <a:noFill/>
          </a:ln>
        </p:spPr>
      </p:sp>
      <p:sp>
        <p:nvSpPr>
          <p:cNvPr id="167" name="Google Shape;167;p33"/>
          <p:cNvSpPr/>
          <p:nvPr>
            <p:ph idx="5" type="pic"/>
          </p:nvPr>
        </p:nvSpPr>
        <p:spPr>
          <a:xfrm>
            <a:off x="3389588" y="1804212"/>
            <a:ext cx="1643700" cy="1535100"/>
          </a:xfrm>
          <a:prstGeom prst="rect">
            <a:avLst/>
          </a:prstGeom>
          <a:noFill/>
          <a:ln>
            <a:noFill/>
          </a:ln>
        </p:spPr>
      </p:sp>
      <p:sp>
        <p:nvSpPr>
          <p:cNvPr id="168" name="Google Shape;168;p33"/>
          <p:cNvSpPr/>
          <p:nvPr>
            <p:ph idx="6" type="pic"/>
          </p:nvPr>
        </p:nvSpPr>
        <p:spPr>
          <a:xfrm>
            <a:off x="5195922" y="1804212"/>
            <a:ext cx="1643700" cy="1535100"/>
          </a:xfrm>
          <a:prstGeom prst="rect">
            <a:avLst/>
          </a:prstGeom>
          <a:noFill/>
          <a:ln>
            <a:noFill/>
          </a:ln>
        </p:spPr>
      </p:sp>
      <p:sp>
        <p:nvSpPr>
          <p:cNvPr id="169" name="Google Shape;169;p33"/>
          <p:cNvSpPr/>
          <p:nvPr>
            <p:ph idx="7" type="pic"/>
          </p:nvPr>
        </p:nvSpPr>
        <p:spPr>
          <a:xfrm>
            <a:off x="7002257" y="1804212"/>
            <a:ext cx="1643700" cy="1535100"/>
          </a:xfrm>
          <a:prstGeom prst="rect">
            <a:avLst/>
          </a:prstGeom>
          <a:noFill/>
          <a:ln>
            <a:noFill/>
          </a:ln>
        </p:spPr>
      </p:sp>
      <p:sp>
        <p:nvSpPr>
          <p:cNvPr id="170" name="Google Shape;170;p33"/>
          <p:cNvSpPr txBox="1"/>
          <p:nvPr>
            <p:ph type="title"/>
          </p:nvPr>
        </p:nvSpPr>
        <p:spPr>
          <a:xfrm>
            <a:off x="351550" y="445025"/>
            <a:ext cx="2596800" cy="1706400"/>
          </a:xfrm>
          <a:prstGeom prst="rect">
            <a:avLst/>
          </a:prstGeom>
        </p:spPr>
        <p:txBody>
          <a:bodyPr anchorCtr="0" anchor="t" bIns="91425" lIns="91425" spcFirstLastPara="1" rIns="91425" wrap="square" tIns="91425">
            <a:spAutoFit/>
          </a:bodyPr>
          <a:lstStyle>
            <a:lvl1pPr lvl="0">
              <a:spcBef>
                <a:spcPts val="0"/>
              </a:spcBef>
              <a:spcAft>
                <a:spcPts val="0"/>
              </a:spcAft>
              <a:buSzPts val="7200"/>
              <a:buNone/>
              <a:defRPr/>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171" name="Google Shape;171;p33"/>
          <p:cNvSpPr/>
          <p:nvPr>
            <p:ph idx="8" type="pic"/>
          </p:nvPr>
        </p:nvSpPr>
        <p:spPr>
          <a:xfrm>
            <a:off x="3389588" y="3489487"/>
            <a:ext cx="1643700" cy="1535100"/>
          </a:xfrm>
          <a:prstGeom prst="rect">
            <a:avLst/>
          </a:prstGeom>
          <a:noFill/>
          <a:ln>
            <a:noFill/>
          </a:ln>
        </p:spPr>
      </p:sp>
      <p:sp>
        <p:nvSpPr>
          <p:cNvPr id="172" name="Google Shape;172;p33"/>
          <p:cNvSpPr/>
          <p:nvPr>
            <p:ph idx="9" type="pic"/>
          </p:nvPr>
        </p:nvSpPr>
        <p:spPr>
          <a:xfrm>
            <a:off x="5195922" y="3489487"/>
            <a:ext cx="1643700" cy="1535100"/>
          </a:xfrm>
          <a:prstGeom prst="rect">
            <a:avLst/>
          </a:prstGeom>
          <a:noFill/>
          <a:ln>
            <a:noFill/>
          </a:ln>
        </p:spPr>
      </p:sp>
      <p:sp>
        <p:nvSpPr>
          <p:cNvPr id="173" name="Google Shape;173;p33"/>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type="blank">
  <p:cSld name="BLANK">
    <p:bg>
      <p:bgPr>
        <a:solidFill>
          <a:schemeClr val="lt2"/>
        </a:solidFill>
      </p:bgPr>
    </p:bg>
    <p:spTree>
      <p:nvGrpSpPr>
        <p:cNvPr id="174" name="Shape 174"/>
        <p:cNvGrpSpPr/>
        <p:nvPr/>
      </p:nvGrpSpPr>
      <p:grpSpPr>
        <a:xfrm>
          <a:off x="0" y="0"/>
          <a:ext cx="0" cy="0"/>
          <a:chOff x="0" y="0"/>
          <a:chExt cx="0" cy="0"/>
        </a:xfrm>
      </p:grpSpPr>
      <p:sp>
        <p:nvSpPr>
          <p:cNvPr id="175" name="Google Shape;175;p34"/>
          <p:cNvSpPr txBox="1"/>
          <p:nvPr>
            <p:ph type="title"/>
          </p:nvPr>
        </p:nvSpPr>
        <p:spPr>
          <a:xfrm>
            <a:off x="1605875" y="335300"/>
            <a:ext cx="7538100" cy="905100"/>
          </a:xfrm>
          <a:prstGeom prst="rect">
            <a:avLst/>
          </a:prstGeom>
        </p:spPr>
        <p:txBody>
          <a:bodyPr anchorCtr="0" anchor="t" bIns="91425" lIns="91425" spcFirstLastPara="1" rIns="91425" wrap="square" tIns="91425">
            <a:normAutofit/>
          </a:bodyPr>
          <a:lstStyle>
            <a:lvl1pPr lvl="0">
              <a:lnSpc>
                <a:spcPct val="65000"/>
              </a:lnSpc>
              <a:spcBef>
                <a:spcPts val="0"/>
              </a:spcBef>
              <a:spcAft>
                <a:spcPts val="0"/>
              </a:spcAft>
              <a:buSzPts val="7200"/>
              <a:buNone/>
              <a:defRPr/>
            </a:lvl1pPr>
            <a:lvl2pPr lvl="1">
              <a:lnSpc>
                <a:spcPct val="65000"/>
              </a:lnSpc>
              <a:spcBef>
                <a:spcPts val="0"/>
              </a:spcBef>
              <a:spcAft>
                <a:spcPts val="0"/>
              </a:spcAft>
              <a:buSzPts val="7200"/>
              <a:buNone/>
              <a:defRPr/>
            </a:lvl2pPr>
            <a:lvl3pPr lvl="2">
              <a:lnSpc>
                <a:spcPct val="65000"/>
              </a:lnSpc>
              <a:spcBef>
                <a:spcPts val="0"/>
              </a:spcBef>
              <a:spcAft>
                <a:spcPts val="0"/>
              </a:spcAft>
              <a:buSzPts val="7200"/>
              <a:buNone/>
              <a:defRPr/>
            </a:lvl3pPr>
            <a:lvl4pPr lvl="3">
              <a:lnSpc>
                <a:spcPct val="65000"/>
              </a:lnSpc>
              <a:spcBef>
                <a:spcPts val="0"/>
              </a:spcBef>
              <a:spcAft>
                <a:spcPts val="0"/>
              </a:spcAft>
              <a:buSzPts val="7200"/>
              <a:buNone/>
              <a:defRPr/>
            </a:lvl4pPr>
            <a:lvl5pPr lvl="4">
              <a:lnSpc>
                <a:spcPct val="65000"/>
              </a:lnSpc>
              <a:spcBef>
                <a:spcPts val="0"/>
              </a:spcBef>
              <a:spcAft>
                <a:spcPts val="0"/>
              </a:spcAft>
              <a:buSzPts val="7200"/>
              <a:buNone/>
              <a:defRPr/>
            </a:lvl5pPr>
            <a:lvl6pPr lvl="5">
              <a:lnSpc>
                <a:spcPct val="65000"/>
              </a:lnSpc>
              <a:spcBef>
                <a:spcPts val="0"/>
              </a:spcBef>
              <a:spcAft>
                <a:spcPts val="0"/>
              </a:spcAft>
              <a:buSzPts val="7200"/>
              <a:buNone/>
              <a:defRPr/>
            </a:lvl6pPr>
            <a:lvl7pPr lvl="6">
              <a:lnSpc>
                <a:spcPct val="65000"/>
              </a:lnSpc>
              <a:spcBef>
                <a:spcPts val="0"/>
              </a:spcBef>
              <a:spcAft>
                <a:spcPts val="0"/>
              </a:spcAft>
              <a:buSzPts val="7200"/>
              <a:buNone/>
              <a:defRPr/>
            </a:lvl7pPr>
            <a:lvl8pPr lvl="7">
              <a:lnSpc>
                <a:spcPct val="65000"/>
              </a:lnSpc>
              <a:spcBef>
                <a:spcPts val="0"/>
              </a:spcBef>
              <a:spcAft>
                <a:spcPts val="0"/>
              </a:spcAft>
              <a:buSzPts val="7200"/>
              <a:buNone/>
              <a:defRPr/>
            </a:lvl8pPr>
            <a:lvl9pPr lvl="8">
              <a:lnSpc>
                <a:spcPct val="65000"/>
              </a:lnSpc>
              <a:spcBef>
                <a:spcPts val="0"/>
              </a:spcBef>
              <a:spcAft>
                <a:spcPts val="0"/>
              </a:spcAft>
              <a:buSzPts val="7200"/>
              <a:buNone/>
              <a:defRPr/>
            </a:lvl9pPr>
          </a:lstStyle>
          <a:p/>
        </p:txBody>
      </p:sp>
      <p:sp>
        <p:nvSpPr>
          <p:cNvPr id="176" name="Google Shape;176;p34"/>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r>
              <a:rPr lang="en"/>
              <a:t>p</a:t>
            </a:r>
            <a:r>
              <a:rPr lang="en"/>
              <a:t>g. </a:t>
            </a:r>
            <a:fld id="{00000000-1234-1234-1234-123412341234}" type="slidenum">
              <a:rPr lang="en"/>
              <a:t>‹#›</a:t>
            </a:fld>
            <a:endParaRPr/>
          </a:p>
        </p:txBody>
      </p:sp>
      <p:sp>
        <p:nvSpPr>
          <p:cNvPr id="177" name="Google Shape;177;p34"/>
          <p:cNvSpPr/>
          <p:nvPr>
            <p:ph idx="2" type="pic"/>
          </p:nvPr>
        </p:nvSpPr>
        <p:spPr>
          <a:xfrm>
            <a:off x="-25" y="2917350"/>
            <a:ext cx="2504400" cy="1668300"/>
          </a:xfrm>
          <a:prstGeom prst="rect">
            <a:avLst/>
          </a:prstGeom>
          <a:noFill/>
          <a:ln>
            <a:noFill/>
          </a:ln>
        </p:spPr>
      </p:sp>
      <p:sp>
        <p:nvSpPr>
          <p:cNvPr id="178" name="Google Shape;178;p34"/>
          <p:cNvSpPr/>
          <p:nvPr>
            <p:ph idx="3" type="pic"/>
          </p:nvPr>
        </p:nvSpPr>
        <p:spPr>
          <a:xfrm>
            <a:off x="6057900" y="636250"/>
            <a:ext cx="3086100" cy="2469600"/>
          </a:xfrm>
          <a:prstGeom prst="rect">
            <a:avLst/>
          </a:prstGeom>
          <a:noFill/>
          <a:ln>
            <a:noFill/>
          </a:ln>
        </p:spPr>
      </p:sp>
      <p:sp>
        <p:nvSpPr>
          <p:cNvPr id="179" name="Google Shape;179;p34"/>
          <p:cNvSpPr/>
          <p:nvPr>
            <p:ph idx="4" type="pic"/>
          </p:nvPr>
        </p:nvSpPr>
        <p:spPr>
          <a:xfrm>
            <a:off x="6057900" y="3998050"/>
            <a:ext cx="1145400" cy="1145400"/>
          </a:xfrm>
          <a:prstGeom prst="rect">
            <a:avLst/>
          </a:prstGeom>
          <a:noFill/>
          <a:ln>
            <a:noFill/>
          </a:ln>
        </p:spPr>
      </p:sp>
      <p:sp>
        <p:nvSpPr>
          <p:cNvPr id="180" name="Google Shape;180;p34"/>
          <p:cNvSpPr txBox="1"/>
          <p:nvPr>
            <p:ph idx="5" type="title"/>
          </p:nvPr>
        </p:nvSpPr>
        <p:spPr>
          <a:xfrm>
            <a:off x="1605875" y="1164200"/>
            <a:ext cx="7538100" cy="1462500"/>
          </a:xfrm>
          <a:prstGeom prst="rect">
            <a:avLst/>
          </a:prstGeom>
        </p:spPr>
        <p:txBody>
          <a:bodyPr anchorCtr="0" anchor="t" bIns="91425" lIns="91425" spcFirstLastPara="1" rIns="91425" wrap="square" tIns="91425">
            <a:spAutoFit/>
          </a:bodyPr>
          <a:lstStyle>
            <a:lvl1pPr lvl="0">
              <a:lnSpc>
                <a:spcPct val="65000"/>
              </a:lnSpc>
              <a:spcBef>
                <a:spcPts val="0"/>
              </a:spcBef>
              <a:spcAft>
                <a:spcPts val="0"/>
              </a:spcAft>
              <a:buClr>
                <a:schemeClr val="accent2"/>
              </a:buClr>
              <a:buSzPts val="7200"/>
              <a:buNone/>
              <a:defRPr b="1">
                <a:solidFill>
                  <a:schemeClr val="accent2"/>
                </a:solidFill>
              </a:defRPr>
            </a:lvl1pPr>
            <a:lvl2pPr lvl="1">
              <a:spcBef>
                <a:spcPts val="0"/>
              </a:spcBef>
              <a:spcAft>
                <a:spcPts val="0"/>
              </a:spcAft>
              <a:buClr>
                <a:schemeClr val="accent2"/>
              </a:buClr>
              <a:buSzPts val="7200"/>
              <a:buNone/>
              <a:defRPr>
                <a:solidFill>
                  <a:schemeClr val="accent2"/>
                </a:solidFill>
              </a:defRPr>
            </a:lvl2pPr>
            <a:lvl3pPr lvl="2">
              <a:spcBef>
                <a:spcPts val="0"/>
              </a:spcBef>
              <a:spcAft>
                <a:spcPts val="0"/>
              </a:spcAft>
              <a:buClr>
                <a:schemeClr val="accent2"/>
              </a:buClr>
              <a:buSzPts val="7200"/>
              <a:buNone/>
              <a:defRPr>
                <a:solidFill>
                  <a:schemeClr val="accent2"/>
                </a:solidFill>
              </a:defRPr>
            </a:lvl3pPr>
            <a:lvl4pPr lvl="3">
              <a:spcBef>
                <a:spcPts val="0"/>
              </a:spcBef>
              <a:spcAft>
                <a:spcPts val="0"/>
              </a:spcAft>
              <a:buClr>
                <a:schemeClr val="accent2"/>
              </a:buClr>
              <a:buSzPts val="7200"/>
              <a:buNone/>
              <a:defRPr>
                <a:solidFill>
                  <a:schemeClr val="accent2"/>
                </a:solidFill>
              </a:defRPr>
            </a:lvl4pPr>
            <a:lvl5pPr lvl="4">
              <a:spcBef>
                <a:spcPts val="0"/>
              </a:spcBef>
              <a:spcAft>
                <a:spcPts val="0"/>
              </a:spcAft>
              <a:buClr>
                <a:schemeClr val="accent2"/>
              </a:buClr>
              <a:buSzPts val="7200"/>
              <a:buNone/>
              <a:defRPr>
                <a:solidFill>
                  <a:schemeClr val="accent2"/>
                </a:solidFill>
              </a:defRPr>
            </a:lvl5pPr>
            <a:lvl6pPr lvl="5">
              <a:spcBef>
                <a:spcPts val="0"/>
              </a:spcBef>
              <a:spcAft>
                <a:spcPts val="0"/>
              </a:spcAft>
              <a:buClr>
                <a:schemeClr val="accent2"/>
              </a:buClr>
              <a:buSzPts val="7200"/>
              <a:buNone/>
              <a:defRPr>
                <a:solidFill>
                  <a:schemeClr val="accent2"/>
                </a:solidFill>
              </a:defRPr>
            </a:lvl6pPr>
            <a:lvl7pPr lvl="6">
              <a:spcBef>
                <a:spcPts val="0"/>
              </a:spcBef>
              <a:spcAft>
                <a:spcPts val="0"/>
              </a:spcAft>
              <a:buClr>
                <a:schemeClr val="accent2"/>
              </a:buClr>
              <a:buSzPts val="7200"/>
              <a:buNone/>
              <a:defRPr>
                <a:solidFill>
                  <a:schemeClr val="accent2"/>
                </a:solidFill>
              </a:defRPr>
            </a:lvl7pPr>
            <a:lvl8pPr lvl="7">
              <a:spcBef>
                <a:spcPts val="0"/>
              </a:spcBef>
              <a:spcAft>
                <a:spcPts val="0"/>
              </a:spcAft>
              <a:buClr>
                <a:schemeClr val="accent2"/>
              </a:buClr>
              <a:buSzPts val="7200"/>
              <a:buNone/>
              <a:defRPr>
                <a:solidFill>
                  <a:schemeClr val="accent2"/>
                </a:solidFill>
              </a:defRPr>
            </a:lvl8pPr>
            <a:lvl9pPr lvl="8">
              <a:spcBef>
                <a:spcPts val="0"/>
              </a:spcBef>
              <a:spcAft>
                <a:spcPts val="0"/>
              </a:spcAft>
              <a:buClr>
                <a:schemeClr val="accent2"/>
              </a:buClr>
              <a:buSzPts val="7200"/>
              <a:buNone/>
              <a:defRPr>
                <a:solidFill>
                  <a:schemeClr val="accent2"/>
                </a:solidFill>
              </a:defRPr>
            </a:lvl9pPr>
          </a:lstStyle>
          <a:p/>
        </p:txBody>
      </p:sp>
      <p:sp>
        <p:nvSpPr>
          <p:cNvPr id="181" name="Google Shape;181;p34"/>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182" name="Google Shape;182;p34"/>
          <p:cNvSpPr txBox="1"/>
          <p:nvPr>
            <p:ph idx="6"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Tree>
  </p:cSld>
  <p:clrMapOvr>
    <a:masterClrMapping/>
  </p:clrMapOvr>
  <p:extLst>
    <p:ext uri="{DCECCB84-F9BA-43D5-87BE-67443E8EF086}">
      <p15:sldGuideLst>
        <p15:guide id="1" orient="horz" pos="1620">
          <p15:clr>
            <a:srgbClr val="E46962"/>
          </p15:clr>
        </p15:guide>
        <p15:guide id="2" pos="2880">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r Mission">
  <p:cSld name="CUSTOM">
    <p:bg>
      <p:bgPr>
        <a:solidFill>
          <a:schemeClr val="lt2"/>
        </a:solidFill>
      </p:bgPr>
    </p:bg>
    <p:spTree>
      <p:nvGrpSpPr>
        <p:cNvPr id="183" name="Shape 183"/>
        <p:cNvGrpSpPr/>
        <p:nvPr/>
      </p:nvGrpSpPr>
      <p:grpSpPr>
        <a:xfrm>
          <a:off x="0" y="0"/>
          <a:ext cx="0" cy="0"/>
          <a:chOff x="0" y="0"/>
          <a:chExt cx="0" cy="0"/>
        </a:xfrm>
      </p:grpSpPr>
      <p:sp>
        <p:nvSpPr>
          <p:cNvPr id="184" name="Google Shape;184;p35"/>
          <p:cNvSpPr txBox="1"/>
          <p:nvPr>
            <p:ph idx="1" type="body"/>
          </p:nvPr>
        </p:nvSpPr>
        <p:spPr>
          <a:xfrm>
            <a:off x="1746472" y="1569600"/>
            <a:ext cx="4287000" cy="1853700"/>
          </a:xfrm>
          <a:prstGeom prst="rect">
            <a:avLst/>
          </a:prstGeom>
        </p:spPr>
        <p:txBody>
          <a:bodyPr anchorCtr="0" anchor="t" bIns="0" lIns="0" spcFirstLastPara="1" rIns="0"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185" name="Google Shape;185;p35"/>
          <p:cNvSpPr txBox="1"/>
          <p:nvPr>
            <p:ph idx="2"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186" name="Google Shape;186;p35"/>
          <p:cNvSpPr txBox="1"/>
          <p:nvPr>
            <p:ph idx="3"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187" name="Google Shape;187;p35"/>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188" name="Google Shape;188;p35"/>
          <p:cNvSpPr/>
          <p:nvPr>
            <p:ph idx="4" type="pic"/>
          </p:nvPr>
        </p:nvSpPr>
        <p:spPr>
          <a:xfrm>
            <a:off x="-25" y="2896025"/>
            <a:ext cx="1470600" cy="2247600"/>
          </a:xfrm>
          <a:prstGeom prst="rect">
            <a:avLst/>
          </a:prstGeom>
          <a:noFill/>
          <a:ln>
            <a:noFill/>
          </a:ln>
        </p:spPr>
      </p:sp>
      <p:sp>
        <p:nvSpPr>
          <p:cNvPr id="189" name="Google Shape;189;p35"/>
          <p:cNvSpPr/>
          <p:nvPr>
            <p:ph idx="5" type="pic"/>
          </p:nvPr>
        </p:nvSpPr>
        <p:spPr>
          <a:xfrm>
            <a:off x="7037800" y="712950"/>
            <a:ext cx="2106300" cy="2710500"/>
          </a:xfrm>
          <a:prstGeom prst="rect">
            <a:avLst/>
          </a:prstGeom>
          <a:noFill/>
          <a:ln>
            <a:noFill/>
          </a:ln>
        </p:spPr>
      </p:sp>
      <p:sp>
        <p:nvSpPr>
          <p:cNvPr id="190" name="Google Shape;190;p35"/>
          <p:cNvSpPr/>
          <p:nvPr>
            <p:ph idx="6" type="pic"/>
          </p:nvPr>
        </p:nvSpPr>
        <p:spPr>
          <a:xfrm>
            <a:off x="5323300" y="3423300"/>
            <a:ext cx="1714500" cy="1714500"/>
          </a:xfrm>
          <a:prstGeom prst="rect">
            <a:avLst/>
          </a:prstGeom>
          <a:noFill/>
          <a:ln>
            <a:noFill/>
          </a:ln>
        </p:spPr>
      </p:sp>
      <p:sp>
        <p:nvSpPr>
          <p:cNvPr id="191" name="Google Shape;191;p35"/>
          <p:cNvSpPr txBox="1"/>
          <p:nvPr>
            <p:ph type="title"/>
          </p:nvPr>
        </p:nvSpPr>
        <p:spPr>
          <a:xfrm>
            <a:off x="1605875" y="335300"/>
            <a:ext cx="7538100" cy="905100"/>
          </a:xfrm>
          <a:prstGeom prst="rect">
            <a:avLst/>
          </a:prstGeom>
        </p:spPr>
        <p:txBody>
          <a:bodyPr anchorCtr="0" anchor="t" bIns="91425" lIns="91425" spcFirstLastPara="1" rIns="91425" wrap="square" tIns="91425">
            <a:normAutofit/>
          </a:bodyPr>
          <a:lstStyle>
            <a:lvl1pPr lvl="0">
              <a:lnSpc>
                <a:spcPct val="65000"/>
              </a:lnSpc>
              <a:spcBef>
                <a:spcPts val="0"/>
              </a:spcBef>
              <a:spcAft>
                <a:spcPts val="0"/>
              </a:spcAft>
              <a:buSzPts val="5600"/>
              <a:buNone/>
              <a:defRPr sz="5600"/>
            </a:lvl1pPr>
            <a:lvl2pPr lvl="1">
              <a:lnSpc>
                <a:spcPct val="65000"/>
              </a:lnSpc>
              <a:spcBef>
                <a:spcPts val="0"/>
              </a:spcBef>
              <a:spcAft>
                <a:spcPts val="0"/>
              </a:spcAft>
              <a:buSzPts val="5600"/>
              <a:buNone/>
              <a:defRPr sz="5600"/>
            </a:lvl2pPr>
            <a:lvl3pPr lvl="2">
              <a:lnSpc>
                <a:spcPct val="65000"/>
              </a:lnSpc>
              <a:spcBef>
                <a:spcPts val="0"/>
              </a:spcBef>
              <a:spcAft>
                <a:spcPts val="0"/>
              </a:spcAft>
              <a:buSzPts val="5600"/>
              <a:buNone/>
              <a:defRPr sz="5600"/>
            </a:lvl3pPr>
            <a:lvl4pPr lvl="3">
              <a:lnSpc>
                <a:spcPct val="65000"/>
              </a:lnSpc>
              <a:spcBef>
                <a:spcPts val="0"/>
              </a:spcBef>
              <a:spcAft>
                <a:spcPts val="0"/>
              </a:spcAft>
              <a:buSzPts val="5600"/>
              <a:buNone/>
              <a:defRPr sz="5600"/>
            </a:lvl4pPr>
            <a:lvl5pPr lvl="4">
              <a:lnSpc>
                <a:spcPct val="65000"/>
              </a:lnSpc>
              <a:spcBef>
                <a:spcPts val="0"/>
              </a:spcBef>
              <a:spcAft>
                <a:spcPts val="0"/>
              </a:spcAft>
              <a:buSzPts val="5600"/>
              <a:buNone/>
              <a:defRPr sz="5600"/>
            </a:lvl5pPr>
            <a:lvl6pPr lvl="5">
              <a:lnSpc>
                <a:spcPct val="65000"/>
              </a:lnSpc>
              <a:spcBef>
                <a:spcPts val="0"/>
              </a:spcBef>
              <a:spcAft>
                <a:spcPts val="0"/>
              </a:spcAft>
              <a:buSzPts val="5600"/>
              <a:buNone/>
              <a:defRPr sz="5600"/>
            </a:lvl6pPr>
            <a:lvl7pPr lvl="6">
              <a:lnSpc>
                <a:spcPct val="65000"/>
              </a:lnSpc>
              <a:spcBef>
                <a:spcPts val="0"/>
              </a:spcBef>
              <a:spcAft>
                <a:spcPts val="0"/>
              </a:spcAft>
              <a:buSzPts val="5600"/>
              <a:buNone/>
              <a:defRPr sz="5600"/>
            </a:lvl7pPr>
            <a:lvl8pPr lvl="7">
              <a:lnSpc>
                <a:spcPct val="65000"/>
              </a:lnSpc>
              <a:spcBef>
                <a:spcPts val="0"/>
              </a:spcBef>
              <a:spcAft>
                <a:spcPts val="0"/>
              </a:spcAft>
              <a:buSzPts val="5600"/>
              <a:buNone/>
              <a:defRPr sz="5600"/>
            </a:lvl8pPr>
            <a:lvl9pPr lvl="8">
              <a:lnSpc>
                <a:spcPct val="65000"/>
              </a:lnSpc>
              <a:spcBef>
                <a:spcPts val="0"/>
              </a:spcBef>
              <a:spcAft>
                <a:spcPts val="0"/>
              </a:spcAft>
              <a:buSzPts val="5600"/>
              <a:buNone/>
              <a:defRPr sz="5600"/>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agenda">
  <p:cSld name="TITLE_1">
    <p:spTree>
      <p:nvGrpSpPr>
        <p:cNvPr id="192" name="Shape 192"/>
        <p:cNvGrpSpPr/>
        <p:nvPr/>
      </p:nvGrpSpPr>
      <p:grpSpPr>
        <a:xfrm>
          <a:off x="0" y="0"/>
          <a:ext cx="0" cy="0"/>
          <a:chOff x="0" y="0"/>
          <a:chExt cx="0" cy="0"/>
        </a:xfrm>
      </p:grpSpPr>
      <p:sp>
        <p:nvSpPr>
          <p:cNvPr id="193" name="Google Shape;193;p36"/>
          <p:cNvSpPr txBox="1"/>
          <p:nvPr>
            <p:ph type="title"/>
          </p:nvPr>
        </p:nvSpPr>
        <p:spPr>
          <a:xfrm>
            <a:off x="1605875" y="335300"/>
            <a:ext cx="7538100" cy="905100"/>
          </a:xfrm>
          <a:prstGeom prst="rect">
            <a:avLst/>
          </a:prstGeom>
        </p:spPr>
        <p:txBody>
          <a:bodyPr anchorCtr="0" anchor="t" bIns="91425" lIns="91425" spcFirstLastPara="1" rIns="91425" wrap="square" tIns="91425">
            <a:norm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600"/>
              <a:buNone/>
              <a:defRPr sz="5600">
                <a:solidFill>
                  <a:schemeClr val="accent2"/>
                </a:solidFill>
              </a:defRPr>
            </a:lvl2pPr>
            <a:lvl3pPr lvl="2">
              <a:lnSpc>
                <a:spcPct val="65000"/>
              </a:lnSpc>
              <a:spcBef>
                <a:spcPts val="0"/>
              </a:spcBef>
              <a:spcAft>
                <a:spcPts val="0"/>
              </a:spcAft>
              <a:buClr>
                <a:schemeClr val="accent2"/>
              </a:buClr>
              <a:buSzPts val="5600"/>
              <a:buNone/>
              <a:defRPr sz="5600">
                <a:solidFill>
                  <a:schemeClr val="accent2"/>
                </a:solidFill>
              </a:defRPr>
            </a:lvl3pPr>
            <a:lvl4pPr lvl="3">
              <a:lnSpc>
                <a:spcPct val="65000"/>
              </a:lnSpc>
              <a:spcBef>
                <a:spcPts val="0"/>
              </a:spcBef>
              <a:spcAft>
                <a:spcPts val="0"/>
              </a:spcAft>
              <a:buClr>
                <a:schemeClr val="accent2"/>
              </a:buClr>
              <a:buSzPts val="5600"/>
              <a:buNone/>
              <a:defRPr sz="5600">
                <a:solidFill>
                  <a:schemeClr val="accent2"/>
                </a:solidFill>
              </a:defRPr>
            </a:lvl4pPr>
            <a:lvl5pPr lvl="4">
              <a:lnSpc>
                <a:spcPct val="65000"/>
              </a:lnSpc>
              <a:spcBef>
                <a:spcPts val="0"/>
              </a:spcBef>
              <a:spcAft>
                <a:spcPts val="0"/>
              </a:spcAft>
              <a:buClr>
                <a:schemeClr val="accent2"/>
              </a:buClr>
              <a:buSzPts val="5600"/>
              <a:buNone/>
              <a:defRPr sz="5600">
                <a:solidFill>
                  <a:schemeClr val="accent2"/>
                </a:solidFill>
              </a:defRPr>
            </a:lvl5pPr>
            <a:lvl6pPr lvl="5">
              <a:lnSpc>
                <a:spcPct val="65000"/>
              </a:lnSpc>
              <a:spcBef>
                <a:spcPts val="0"/>
              </a:spcBef>
              <a:spcAft>
                <a:spcPts val="0"/>
              </a:spcAft>
              <a:buClr>
                <a:schemeClr val="accent2"/>
              </a:buClr>
              <a:buSzPts val="5600"/>
              <a:buNone/>
              <a:defRPr sz="5600">
                <a:solidFill>
                  <a:schemeClr val="accent2"/>
                </a:solidFill>
              </a:defRPr>
            </a:lvl6pPr>
            <a:lvl7pPr lvl="6">
              <a:lnSpc>
                <a:spcPct val="65000"/>
              </a:lnSpc>
              <a:spcBef>
                <a:spcPts val="0"/>
              </a:spcBef>
              <a:spcAft>
                <a:spcPts val="0"/>
              </a:spcAft>
              <a:buClr>
                <a:schemeClr val="accent2"/>
              </a:buClr>
              <a:buSzPts val="5600"/>
              <a:buNone/>
              <a:defRPr sz="5600">
                <a:solidFill>
                  <a:schemeClr val="accent2"/>
                </a:solidFill>
              </a:defRPr>
            </a:lvl7pPr>
            <a:lvl8pPr lvl="7">
              <a:lnSpc>
                <a:spcPct val="65000"/>
              </a:lnSpc>
              <a:spcBef>
                <a:spcPts val="0"/>
              </a:spcBef>
              <a:spcAft>
                <a:spcPts val="0"/>
              </a:spcAft>
              <a:buClr>
                <a:schemeClr val="accent2"/>
              </a:buClr>
              <a:buSzPts val="5600"/>
              <a:buNone/>
              <a:defRPr sz="5600">
                <a:solidFill>
                  <a:schemeClr val="accent2"/>
                </a:solidFill>
              </a:defRPr>
            </a:lvl8pPr>
            <a:lvl9pPr lvl="8">
              <a:lnSpc>
                <a:spcPct val="65000"/>
              </a:lnSpc>
              <a:spcBef>
                <a:spcPts val="0"/>
              </a:spcBef>
              <a:spcAft>
                <a:spcPts val="0"/>
              </a:spcAft>
              <a:buClr>
                <a:schemeClr val="accent2"/>
              </a:buClr>
              <a:buSzPts val="5600"/>
              <a:buNone/>
              <a:defRPr sz="5600">
                <a:solidFill>
                  <a:schemeClr val="accent2"/>
                </a:solidFill>
              </a:defRPr>
            </a:lvl9pPr>
          </a:lstStyle>
          <a:p/>
        </p:txBody>
      </p:sp>
      <p:sp>
        <p:nvSpPr>
          <p:cNvPr id="194" name="Google Shape;194;p36"/>
          <p:cNvSpPr txBox="1"/>
          <p:nvPr>
            <p:ph idx="2" type="title"/>
          </p:nvPr>
        </p:nvSpPr>
        <p:spPr>
          <a:xfrm>
            <a:off x="1610975" y="1315350"/>
            <a:ext cx="6482700" cy="3828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3600"/>
              <a:buNone/>
              <a:defRPr sz="3600"/>
            </a:lvl1pPr>
            <a:lvl2pPr lvl="1">
              <a:lnSpc>
                <a:spcPct val="100000"/>
              </a:lnSpc>
              <a:spcBef>
                <a:spcPts val="0"/>
              </a:spcBef>
              <a:spcAft>
                <a:spcPts val="0"/>
              </a:spcAft>
              <a:buSzPts val="3600"/>
              <a:buNone/>
              <a:defRPr sz="3600"/>
            </a:lvl2pPr>
            <a:lvl3pPr lvl="2">
              <a:lnSpc>
                <a:spcPct val="100000"/>
              </a:lnSpc>
              <a:spcBef>
                <a:spcPts val="0"/>
              </a:spcBef>
              <a:spcAft>
                <a:spcPts val="0"/>
              </a:spcAft>
              <a:buSzPts val="3600"/>
              <a:buNone/>
              <a:defRPr sz="3600"/>
            </a:lvl3pPr>
            <a:lvl4pPr lvl="3">
              <a:lnSpc>
                <a:spcPct val="100000"/>
              </a:lnSpc>
              <a:spcBef>
                <a:spcPts val="0"/>
              </a:spcBef>
              <a:spcAft>
                <a:spcPts val="0"/>
              </a:spcAft>
              <a:buSzPts val="3600"/>
              <a:buNone/>
              <a:defRPr sz="3600"/>
            </a:lvl4pPr>
            <a:lvl5pPr lvl="4">
              <a:lnSpc>
                <a:spcPct val="100000"/>
              </a:lnSpc>
              <a:spcBef>
                <a:spcPts val="0"/>
              </a:spcBef>
              <a:spcAft>
                <a:spcPts val="0"/>
              </a:spcAft>
              <a:buSzPts val="3600"/>
              <a:buNone/>
              <a:defRPr sz="3600"/>
            </a:lvl5pPr>
            <a:lvl6pPr lvl="5">
              <a:lnSpc>
                <a:spcPct val="100000"/>
              </a:lnSpc>
              <a:spcBef>
                <a:spcPts val="0"/>
              </a:spcBef>
              <a:spcAft>
                <a:spcPts val="0"/>
              </a:spcAft>
              <a:buSzPts val="3600"/>
              <a:buNone/>
              <a:defRPr sz="3600"/>
            </a:lvl6pPr>
            <a:lvl7pPr lvl="6">
              <a:lnSpc>
                <a:spcPct val="100000"/>
              </a:lnSpc>
              <a:spcBef>
                <a:spcPts val="0"/>
              </a:spcBef>
              <a:spcAft>
                <a:spcPts val="0"/>
              </a:spcAft>
              <a:buSzPts val="3600"/>
              <a:buNone/>
              <a:defRPr sz="3600"/>
            </a:lvl7pPr>
            <a:lvl8pPr lvl="7">
              <a:lnSpc>
                <a:spcPct val="100000"/>
              </a:lnSpc>
              <a:spcBef>
                <a:spcPts val="0"/>
              </a:spcBef>
              <a:spcAft>
                <a:spcPts val="0"/>
              </a:spcAft>
              <a:buSzPts val="3600"/>
              <a:buNone/>
              <a:defRPr sz="3600"/>
            </a:lvl8pPr>
            <a:lvl9pPr lvl="8">
              <a:lnSpc>
                <a:spcPct val="100000"/>
              </a:lnSpc>
              <a:spcBef>
                <a:spcPts val="0"/>
              </a:spcBef>
              <a:spcAft>
                <a:spcPts val="0"/>
              </a:spcAft>
              <a:buSzPts val="3600"/>
              <a:buNone/>
              <a:defRPr sz="3600"/>
            </a:lvl9pPr>
          </a:lstStyle>
          <a:p/>
        </p:txBody>
      </p:sp>
      <p:sp>
        <p:nvSpPr>
          <p:cNvPr id="195" name="Google Shape;195;p36"/>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196" name="Google Shape;196;p36"/>
          <p:cNvSpPr txBox="1"/>
          <p:nvPr>
            <p:ph idx="3"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197" name="Google Shape;197;p36"/>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Tree>
  </p:cSld>
  <p:clrMapOvr>
    <a:masterClrMapping/>
  </p:clrMapOvr>
  <p:extLst>
    <p:ext uri="{DCECCB84-F9BA-43D5-87BE-67443E8EF086}">
      <p15:sldGuideLst>
        <p15:guide id="1" orient="horz" pos="144">
          <p15:clr>
            <a:srgbClr val="FA7B17"/>
          </p15:clr>
        </p15:guide>
      </p15:sldGuideLst>
    </p:ext>
  </p:extLst>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verview">
  <p:cSld name="CUSTOM_1_1">
    <p:bg>
      <p:bgPr>
        <a:solidFill>
          <a:schemeClr val="lt1"/>
        </a:solidFill>
      </p:bgPr>
    </p:bg>
    <p:spTree>
      <p:nvGrpSpPr>
        <p:cNvPr id="198" name="Shape 198"/>
        <p:cNvGrpSpPr/>
        <p:nvPr/>
      </p:nvGrpSpPr>
      <p:grpSpPr>
        <a:xfrm>
          <a:off x="0" y="0"/>
          <a:ext cx="0" cy="0"/>
          <a:chOff x="0" y="0"/>
          <a:chExt cx="0" cy="0"/>
        </a:xfrm>
      </p:grpSpPr>
      <p:sp>
        <p:nvSpPr>
          <p:cNvPr id="199" name="Google Shape;199;p37"/>
          <p:cNvSpPr txBox="1"/>
          <p:nvPr>
            <p:ph idx="1" type="body"/>
          </p:nvPr>
        </p:nvSpPr>
        <p:spPr>
          <a:xfrm>
            <a:off x="1746475" y="1206375"/>
            <a:ext cx="4122000" cy="2514600"/>
          </a:xfrm>
          <a:prstGeom prst="rect">
            <a:avLst/>
          </a:prstGeom>
        </p:spPr>
        <p:txBody>
          <a:bodyPr anchorCtr="0" anchor="t" bIns="0" lIns="0" spcFirstLastPara="1" rIns="0"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00" name="Google Shape;200;p37"/>
          <p:cNvSpPr/>
          <p:nvPr>
            <p:ph idx="2" type="pic"/>
          </p:nvPr>
        </p:nvSpPr>
        <p:spPr>
          <a:xfrm>
            <a:off x="6438900" y="1545300"/>
            <a:ext cx="2705100" cy="3592500"/>
          </a:xfrm>
          <a:prstGeom prst="rect">
            <a:avLst/>
          </a:prstGeom>
          <a:noFill/>
          <a:ln>
            <a:noFill/>
          </a:ln>
        </p:spPr>
      </p:sp>
      <p:sp>
        <p:nvSpPr>
          <p:cNvPr id="201" name="Google Shape;201;p37"/>
          <p:cNvSpPr/>
          <p:nvPr>
            <p:ph idx="3" type="pic"/>
          </p:nvPr>
        </p:nvSpPr>
        <p:spPr>
          <a:xfrm>
            <a:off x="2871750" y="3721100"/>
            <a:ext cx="2899500" cy="1422300"/>
          </a:xfrm>
          <a:prstGeom prst="rect">
            <a:avLst/>
          </a:prstGeom>
          <a:noFill/>
          <a:ln>
            <a:noFill/>
          </a:ln>
        </p:spPr>
      </p:sp>
      <p:sp>
        <p:nvSpPr>
          <p:cNvPr id="202" name="Google Shape;202;p37"/>
          <p:cNvSpPr txBox="1"/>
          <p:nvPr>
            <p:ph idx="4"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203" name="Google Shape;203;p37"/>
          <p:cNvSpPr txBox="1"/>
          <p:nvPr>
            <p:ph idx="5"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204" name="Google Shape;204;p37"/>
          <p:cNvSpPr txBox="1"/>
          <p:nvPr>
            <p:ph type="title"/>
          </p:nvPr>
        </p:nvSpPr>
        <p:spPr>
          <a:xfrm>
            <a:off x="73152" y="335300"/>
            <a:ext cx="8884800" cy="905100"/>
          </a:xfrm>
          <a:prstGeom prst="rect">
            <a:avLst/>
          </a:prstGeom>
        </p:spPr>
        <p:txBody>
          <a:bodyPr anchorCtr="0" anchor="t" bIns="91425" lIns="91425" spcFirstLastPara="1" rIns="91425" wrap="square" tIns="91425">
            <a:norm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600"/>
              <a:buNone/>
              <a:defRPr sz="5600">
                <a:solidFill>
                  <a:schemeClr val="accent2"/>
                </a:solidFill>
              </a:defRPr>
            </a:lvl2pPr>
            <a:lvl3pPr lvl="2">
              <a:lnSpc>
                <a:spcPct val="65000"/>
              </a:lnSpc>
              <a:spcBef>
                <a:spcPts val="0"/>
              </a:spcBef>
              <a:spcAft>
                <a:spcPts val="0"/>
              </a:spcAft>
              <a:buClr>
                <a:schemeClr val="accent2"/>
              </a:buClr>
              <a:buSzPts val="5600"/>
              <a:buNone/>
              <a:defRPr sz="5600">
                <a:solidFill>
                  <a:schemeClr val="accent2"/>
                </a:solidFill>
              </a:defRPr>
            </a:lvl3pPr>
            <a:lvl4pPr lvl="3">
              <a:lnSpc>
                <a:spcPct val="65000"/>
              </a:lnSpc>
              <a:spcBef>
                <a:spcPts val="0"/>
              </a:spcBef>
              <a:spcAft>
                <a:spcPts val="0"/>
              </a:spcAft>
              <a:buClr>
                <a:schemeClr val="accent2"/>
              </a:buClr>
              <a:buSzPts val="5600"/>
              <a:buNone/>
              <a:defRPr sz="5600">
                <a:solidFill>
                  <a:schemeClr val="accent2"/>
                </a:solidFill>
              </a:defRPr>
            </a:lvl4pPr>
            <a:lvl5pPr lvl="4">
              <a:lnSpc>
                <a:spcPct val="65000"/>
              </a:lnSpc>
              <a:spcBef>
                <a:spcPts val="0"/>
              </a:spcBef>
              <a:spcAft>
                <a:spcPts val="0"/>
              </a:spcAft>
              <a:buClr>
                <a:schemeClr val="accent2"/>
              </a:buClr>
              <a:buSzPts val="5600"/>
              <a:buNone/>
              <a:defRPr sz="5600">
                <a:solidFill>
                  <a:schemeClr val="accent2"/>
                </a:solidFill>
              </a:defRPr>
            </a:lvl5pPr>
            <a:lvl6pPr lvl="5">
              <a:lnSpc>
                <a:spcPct val="65000"/>
              </a:lnSpc>
              <a:spcBef>
                <a:spcPts val="0"/>
              </a:spcBef>
              <a:spcAft>
                <a:spcPts val="0"/>
              </a:spcAft>
              <a:buClr>
                <a:schemeClr val="accent2"/>
              </a:buClr>
              <a:buSzPts val="5600"/>
              <a:buNone/>
              <a:defRPr sz="5600">
                <a:solidFill>
                  <a:schemeClr val="accent2"/>
                </a:solidFill>
              </a:defRPr>
            </a:lvl6pPr>
            <a:lvl7pPr lvl="6">
              <a:lnSpc>
                <a:spcPct val="65000"/>
              </a:lnSpc>
              <a:spcBef>
                <a:spcPts val="0"/>
              </a:spcBef>
              <a:spcAft>
                <a:spcPts val="0"/>
              </a:spcAft>
              <a:buClr>
                <a:schemeClr val="accent2"/>
              </a:buClr>
              <a:buSzPts val="5600"/>
              <a:buNone/>
              <a:defRPr sz="5600">
                <a:solidFill>
                  <a:schemeClr val="accent2"/>
                </a:solidFill>
              </a:defRPr>
            </a:lvl7pPr>
            <a:lvl8pPr lvl="7">
              <a:lnSpc>
                <a:spcPct val="65000"/>
              </a:lnSpc>
              <a:spcBef>
                <a:spcPts val="0"/>
              </a:spcBef>
              <a:spcAft>
                <a:spcPts val="0"/>
              </a:spcAft>
              <a:buClr>
                <a:schemeClr val="accent2"/>
              </a:buClr>
              <a:buSzPts val="5600"/>
              <a:buNone/>
              <a:defRPr sz="5600">
                <a:solidFill>
                  <a:schemeClr val="accent2"/>
                </a:solidFill>
              </a:defRPr>
            </a:lvl8pPr>
            <a:lvl9pPr lvl="8">
              <a:lnSpc>
                <a:spcPct val="65000"/>
              </a:lnSpc>
              <a:spcBef>
                <a:spcPts val="0"/>
              </a:spcBef>
              <a:spcAft>
                <a:spcPts val="0"/>
              </a:spcAft>
              <a:buClr>
                <a:schemeClr val="accent2"/>
              </a:buClr>
              <a:buSzPts val="5600"/>
              <a:buNone/>
              <a:defRPr sz="5600">
                <a:solidFill>
                  <a:schemeClr val="accent2"/>
                </a:solidFill>
              </a:defRPr>
            </a:lvl9pPr>
          </a:lstStyle>
          <a:p/>
        </p:txBody>
      </p:sp>
      <p:sp>
        <p:nvSpPr>
          <p:cNvPr id="205" name="Google Shape;205;p37"/>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vider">
  <p:cSld name="TITLE_36">
    <p:bg>
      <p:bgPr>
        <a:solidFill>
          <a:schemeClr val="lt2"/>
        </a:solidFill>
      </p:bgPr>
    </p:bg>
    <p:spTree>
      <p:nvGrpSpPr>
        <p:cNvPr id="206" name="Shape 206"/>
        <p:cNvGrpSpPr/>
        <p:nvPr/>
      </p:nvGrpSpPr>
      <p:grpSpPr>
        <a:xfrm>
          <a:off x="0" y="0"/>
          <a:ext cx="0" cy="0"/>
          <a:chOff x="0" y="0"/>
          <a:chExt cx="0" cy="0"/>
        </a:xfrm>
      </p:grpSpPr>
      <p:sp>
        <p:nvSpPr>
          <p:cNvPr id="207" name="Google Shape;207;p38"/>
          <p:cNvSpPr txBox="1"/>
          <p:nvPr>
            <p:ph type="title"/>
          </p:nvPr>
        </p:nvSpPr>
        <p:spPr>
          <a:xfrm>
            <a:off x="1605875" y="335300"/>
            <a:ext cx="7538100" cy="905100"/>
          </a:xfrm>
          <a:prstGeom prst="rect">
            <a:avLst/>
          </a:prstGeom>
        </p:spPr>
        <p:txBody>
          <a:bodyPr anchorCtr="0" anchor="t" bIns="91425" lIns="91425" spcFirstLastPara="1" rIns="91425" wrap="square" tIns="91425">
            <a:normAutofit/>
          </a:bodyPr>
          <a:lstStyle>
            <a:lvl1pPr lvl="0">
              <a:lnSpc>
                <a:spcPct val="65000"/>
              </a:lnSpc>
              <a:spcBef>
                <a:spcPts val="0"/>
              </a:spcBef>
              <a:spcAft>
                <a:spcPts val="0"/>
              </a:spcAft>
              <a:buClr>
                <a:schemeClr val="accent2"/>
              </a:buClr>
              <a:buSzPts val="7200"/>
              <a:buNone/>
              <a:defRPr>
                <a:solidFill>
                  <a:schemeClr val="accent2"/>
                </a:solidFill>
              </a:defRPr>
            </a:lvl1pPr>
            <a:lvl2pPr lvl="1">
              <a:lnSpc>
                <a:spcPct val="65000"/>
              </a:lnSpc>
              <a:spcBef>
                <a:spcPts val="0"/>
              </a:spcBef>
              <a:spcAft>
                <a:spcPts val="0"/>
              </a:spcAft>
              <a:buSzPts val="7200"/>
              <a:buNone/>
              <a:defRPr/>
            </a:lvl2pPr>
            <a:lvl3pPr lvl="2">
              <a:lnSpc>
                <a:spcPct val="65000"/>
              </a:lnSpc>
              <a:spcBef>
                <a:spcPts val="0"/>
              </a:spcBef>
              <a:spcAft>
                <a:spcPts val="0"/>
              </a:spcAft>
              <a:buSzPts val="7200"/>
              <a:buNone/>
              <a:defRPr/>
            </a:lvl3pPr>
            <a:lvl4pPr lvl="3">
              <a:lnSpc>
                <a:spcPct val="65000"/>
              </a:lnSpc>
              <a:spcBef>
                <a:spcPts val="0"/>
              </a:spcBef>
              <a:spcAft>
                <a:spcPts val="0"/>
              </a:spcAft>
              <a:buSzPts val="7200"/>
              <a:buNone/>
              <a:defRPr/>
            </a:lvl4pPr>
            <a:lvl5pPr lvl="4">
              <a:lnSpc>
                <a:spcPct val="65000"/>
              </a:lnSpc>
              <a:spcBef>
                <a:spcPts val="0"/>
              </a:spcBef>
              <a:spcAft>
                <a:spcPts val="0"/>
              </a:spcAft>
              <a:buSzPts val="7200"/>
              <a:buNone/>
              <a:defRPr/>
            </a:lvl5pPr>
            <a:lvl6pPr lvl="5">
              <a:lnSpc>
                <a:spcPct val="65000"/>
              </a:lnSpc>
              <a:spcBef>
                <a:spcPts val="0"/>
              </a:spcBef>
              <a:spcAft>
                <a:spcPts val="0"/>
              </a:spcAft>
              <a:buSzPts val="7200"/>
              <a:buNone/>
              <a:defRPr/>
            </a:lvl6pPr>
            <a:lvl7pPr lvl="6">
              <a:lnSpc>
                <a:spcPct val="65000"/>
              </a:lnSpc>
              <a:spcBef>
                <a:spcPts val="0"/>
              </a:spcBef>
              <a:spcAft>
                <a:spcPts val="0"/>
              </a:spcAft>
              <a:buSzPts val="7200"/>
              <a:buNone/>
              <a:defRPr/>
            </a:lvl7pPr>
            <a:lvl8pPr lvl="7">
              <a:lnSpc>
                <a:spcPct val="65000"/>
              </a:lnSpc>
              <a:spcBef>
                <a:spcPts val="0"/>
              </a:spcBef>
              <a:spcAft>
                <a:spcPts val="0"/>
              </a:spcAft>
              <a:buSzPts val="7200"/>
              <a:buNone/>
              <a:defRPr/>
            </a:lvl8pPr>
            <a:lvl9pPr lvl="8">
              <a:lnSpc>
                <a:spcPct val="65000"/>
              </a:lnSpc>
              <a:spcBef>
                <a:spcPts val="0"/>
              </a:spcBef>
              <a:spcAft>
                <a:spcPts val="0"/>
              </a:spcAft>
              <a:buSzPts val="7200"/>
              <a:buNone/>
              <a:defRPr/>
            </a:lvl9pPr>
          </a:lstStyle>
          <a:p/>
        </p:txBody>
      </p:sp>
      <p:sp>
        <p:nvSpPr>
          <p:cNvPr id="208" name="Google Shape;208;p38"/>
          <p:cNvSpPr txBox="1"/>
          <p:nvPr>
            <p:ph idx="2" type="title"/>
          </p:nvPr>
        </p:nvSpPr>
        <p:spPr>
          <a:xfrm>
            <a:off x="1605875" y="1087988"/>
            <a:ext cx="7538100" cy="1462500"/>
          </a:xfrm>
          <a:prstGeom prst="rect">
            <a:avLst/>
          </a:prstGeom>
        </p:spPr>
        <p:txBody>
          <a:bodyPr anchorCtr="0" anchor="t" bIns="91425" lIns="91425" spcFirstLastPara="1" rIns="91425" wrap="square" tIns="91425">
            <a:spAutoFit/>
          </a:bodyPr>
          <a:lstStyle>
            <a:lvl1pPr lvl="0">
              <a:lnSpc>
                <a:spcPct val="65000"/>
              </a:lnSpc>
              <a:spcBef>
                <a:spcPts val="0"/>
              </a:spcBef>
              <a:spcAft>
                <a:spcPts val="0"/>
              </a:spcAft>
              <a:buSzPts val="7200"/>
              <a:buNone/>
              <a:defRPr/>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209" name="Google Shape;209;p38"/>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210" name="Google Shape;210;p38"/>
          <p:cNvSpPr txBox="1"/>
          <p:nvPr>
            <p:ph idx="3"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211" name="Google Shape;211;p38"/>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212" name="Google Shape;212;p38"/>
          <p:cNvSpPr/>
          <p:nvPr>
            <p:ph idx="4" type="pic"/>
          </p:nvPr>
        </p:nvSpPr>
        <p:spPr>
          <a:xfrm>
            <a:off x="7429500" y="3429000"/>
            <a:ext cx="1714500" cy="1714500"/>
          </a:xfrm>
          <a:prstGeom prst="rect">
            <a:avLst/>
          </a:prstGeom>
          <a:noFill/>
          <a:ln>
            <a:noFill/>
          </a:ln>
        </p:spPr>
      </p:sp>
    </p:spTree>
  </p:cSld>
  <p:clrMapOvr>
    <a:masterClrMapping/>
  </p:clrMapOvr>
  <p:extLst>
    <p:ext uri="{DCECCB84-F9BA-43D5-87BE-67443E8EF086}">
      <p15:sldGuideLst>
        <p15:guide id="1" orient="horz" pos="144">
          <p15:clr>
            <a:srgbClr val="FA7B17"/>
          </p15:clr>
        </p15:guide>
      </p15:sldGuideLst>
    </p:ext>
  </p:extLst>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usiness Overview">
  <p:cSld name="CUSTOM_5">
    <p:spTree>
      <p:nvGrpSpPr>
        <p:cNvPr id="213" name="Shape 213"/>
        <p:cNvGrpSpPr/>
        <p:nvPr/>
      </p:nvGrpSpPr>
      <p:grpSpPr>
        <a:xfrm>
          <a:off x="0" y="0"/>
          <a:ext cx="0" cy="0"/>
          <a:chOff x="0" y="0"/>
          <a:chExt cx="0" cy="0"/>
        </a:xfrm>
      </p:grpSpPr>
      <p:sp>
        <p:nvSpPr>
          <p:cNvPr id="214" name="Google Shape;214;p39"/>
          <p:cNvSpPr/>
          <p:nvPr/>
        </p:nvSpPr>
        <p:spPr>
          <a:xfrm>
            <a:off x="228600" y="3148725"/>
            <a:ext cx="2790000" cy="1794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215" name="Google Shape;215;p39"/>
          <p:cNvSpPr/>
          <p:nvPr/>
        </p:nvSpPr>
        <p:spPr>
          <a:xfrm>
            <a:off x="3170550" y="3148725"/>
            <a:ext cx="2790000" cy="1794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216" name="Google Shape;216;p39"/>
          <p:cNvSpPr/>
          <p:nvPr/>
        </p:nvSpPr>
        <p:spPr>
          <a:xfrm>
            <a:off x="6112500" y="3148725"/>
            <a:ext cx="2790000" cy="1794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217" name="Google Shape;217;p39"/>
          <p:cNvSpPr/>
          <p:nvPr/>
        </p:nvSpPr>
        <p:spPr>
          <a:xfrm>
            <a:off x="6112500" y="1226475"/>
            <a:ext cx="2790000" cy="1794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218" name="Google Shape;218;p39"/>
          <p:cNvSpPr/>
          <p:nvPr/>
        </p:nvSpPr>
        <p:spPr>
          <a:xfrm>
            <a:off x="3170550" y="1226400"/>
            <a:ext cx="2790000" cy="1794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219" name="Google Shape;219;p39"/>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220" name="Google Shape;220;p39"/>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221" name="Google Shape;221;p39"/>
          <p:cNvSpPr txBox="1"/>
          <p:nvPr>
            <p:ph type="title"/>
          </p:nvPr>
        </p:nvSpPr>
        <p:spPr>
          <a:xfrm>
            <a:off x="73152" y="335300"/>
            <a:ext cx="8884800" cy="905100"/>
          </a:xfrm>
          <a:prstGeom prst="rect">
            <a:avLst/>
          </a:prstGeom>
        </p:spPr>
        <p:txBody>
          <a:bodyPr anchorCtr="0" anchor="t" bIns="91425" lIns="91425" spcFirstLastPara="1" rIns="91425" wrap="square" tIns="91425">
            <a:norm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600"/>
              <a:buNone/>
              <a:defRPr sz="5600">
                <a:solidFill>
                  <a:schemeClr val="accent2"/>
                </a:solidFill>
              </a:defRPr>
            </a:lvl2pPr>
            <a:lvl3pPr lvl="2">
              <a:lnSpc>
                <a:spcPct val="65000"/>
              </a:lnSpc>
              <a:spcBef>
                <a:spcPts val="0"/>
              </a:spcBef>
              <a:spcAft>
                <a:spcPts val="0"/>
              </a:spcAft>
              <a:buClr>
                <a:schemeClr val="accent2"/>
              </a:buClr>
              <a:buSzPts val="5600"/>
              <a:buNone/>
              <a:defRPr sz="5600">
                <a:solidFill>
                  <a:schemeClr val="accent2"/>
                </a:solidFill>
              </a:defRPr>
            </a:lvl3pPr>
            <a:lvl4pPr lvl="3">
              <a:lnSpc>
                <a:spcPct val="65000"/>
              </a:lnSpc>
              <a:spcBef>
                <a:spcPts val="0"/>
              </a:spcBef>
              <a:spcAft>
                <a:spcPts val="0"/>
              </a:spcAft>
              <a:buClr>
                <a:schemeClr val="accent2"/>
              </a:buClr>
              <a:buSzPts val="5600"/>
              <a:buNone/>
              <a:defRPr sz="5600">
                <a:solidFill>
                  <a:schemeClr val="accent2"/>
                </a:solidFill>
              </a:defRPr>
            </a:lvl4pPr>
            <a:lvl5pPr lvl="4">
              <a:lnSpc>
                <a:spcPct val="65000"/>
              </a:lnSpc>
              <a:spcBef>
                <a:spcPts val="0"/>
              </a:spcBef>
              <a:spcAft>
                <a:spcPts val="0"/>
              </a:spcAft>
              <a:buClr>
                <a:schemeClr val="accent2"/>
              </a:buClr>
              <a:buSzPts val="5600"/>
              <a:buNone/>
              <a:defRPr sz="5600">
                <a:solidFill>
                  <a:schemeClr val="accent2"/>
                </a:solidFill>
              </a:defRPr>
            </a:lvl5pPr>
            <a:lvl6pPr lvl="5">
              <a:lnSpc>
                <a:spcPct val="65000"/>
              </a:lnSpc>
              <a:spcBef>
                <a:spcPts val="0"/>
              </a:spcBef>
              <a:spcAft>
                <a:spcPts val="0"/>
              </a:spcAft>
              <a:buClr>
                <a:schemeClr val="accent2"/>
              </a:buClr>
              <a:buSzPts val="5600"/>
              <a:buNone/>
              <a:defRPr sz="5600">
                <a:solidFill>
                  <a:schemeClr val="accent2"/>
                </a:solidFill>
              </a:defRPr>
            </a:lvl6pPr>
            <a:lvl7pPr lvl="6">
              <a:lnSpc>
                <a:spcPct val="65000"/>
              </a:lnSpc>
              <a:spcBef>
                <a:spcPts val="0"/>
              </a:spcBef>
              <a:spcAft>
                <a:spcPts val="0"/>
              </a:spcAft>
              <a:buClr>
                <a:schemeClr val="accent2"/>
              </a:buClr>
              <a:buSzPts val="5600"/>
              <a:buNone/>
              <a:defRPr sz="5600">
                <a:solidFill>
                  <a:schemeClr val="accent2"/>
                </a:solidFill>
              </a:defRPr>
            </a:lvl7pPr>
            <a:lvl8pPr lvl="7">
              <a:lnSpc>
                <a:spcPct val="65000"/>
              </a:lnSpc>
              <a:spcBef>
                <a:spcPts val="0"/>
              </a:spcBef>
              <a:spcAft>
                <a:spcPts val="0"/>
              </a:spcAft>
              <a:buClr>
                <a:schemeClr val="accent2"/>
              </a:buClr>
              <a:buSzPts val="5600"/>
              <a:buNone/>
              <a:defRPr sz="5600">
                <a:solidFill>
                  <a:schemeClr val="accent2"/>
                </a:solidFill>
              </a:defRPr>
            </a:lvl8pPr>
            <a:lvl9pPr lvl="8">
              <a:lnSpc>
                <a:spcPct val="65000"/>
              </a:lnSpc>
              <a:spcBef>
                <a:spcPts val="0"/>
              </a:spcBef>
              <a:spcAft>
                <a:spcPts val="0"/>
              </a:spcAft>
              <a:buClr>
                <a:schemeClr val="accent2"/>
              </a:buClr>
              <a:buSzPts val="5600"/>
              <a:buNone/>
              <a:defRPr sz="5600">
                <a:solidFill>
                  <a:schemeClr val="accent2"/>
                </a:solidFill>
              </a:defRPr>
            </a:lvl9pPr>
          </a:lstStyle>
          <a:p/>
        </p:txBody>
      </p:sp>
      <p:sp>
        <p:nvSpPr>
          <p:cNvPr id="222" name="Google Shape;222;p39"/>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223" name="Google Shape;223;p39"/>
          <p:cNvSpPr/>
          <p:nvPr/>
        </p:nvSpPr>
        <p:spPr>
          <a:xfrm>
            <a:off x="228600" y="1226475"/>
            <a:ext cx="2790000" cy="17949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t/>
            </a:r>
            <a:endParaRPr sz="3600">
              <a:solidFill>
                <a:schemeClr val="dk1"/>
              </a:solidFill>
              <a:latin typeface="Familjen Grotesk"/>
              <a:ea typeface="Familjen Grotesk"/>
              <a:cs typeface="Familjen Grotesk"/>
              <a:sym typeface="Familjen Grotesk"/>
            </a:endParaRPr>
          </a:p>
        </p:txBody>
      </p:sp>
      <p:sp>
        <p:nvSpPr>
          <p:cNvPr id="224" name="Google Shape;224;p39"/>
          <p:cNvSpPr txBox="1"/>
          <p:nvPr>
            <p:ph idx="3" type="subTitle"/>
          </p:nvPr>
        </p:nvSpPr>
        <p:spPr>
          <a:xfrm>
            <a:off x="228600" y="1226400"/>
            <a:ext cx="2790000" cy="17949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3600"/>
              <a:buNone/>
              <a:defRPr/>
            </a:lvl1pPr>
            <a:lvl2pPr lvl="1" algn="ctr">
              <a:lnSpc>
                <a:spcPct val="80000"/>
              </a:lnSpc>
              <a:spcBef>
                <a:spcPts val="0"/>
              </a:spcBef>
              <a:spcAft>
                <a:spcPts val="0"/>
              </a:spcAft>
              <a:buSzPts val="1400"/>
              <a:buNone/>
              <a:defRPr/>
            </a:lvl2pPr>
            <a:lvl3pPr lvl="2" algn="ctr">
              <a:lnSpc>
                <a:spcPct val="80000"/>
              </a:lnSpc>
              <a:spcBef>
                <a:spcPts val="0"/>
              </a:spcBef>
              <a:spcAft>
                <a:spcPts val="0"/>
              </a:spcAft>
              <a:buSzPts val="1400"/>
              <a:buNone/>
              <a:defRPr/>
            </a:lvl3pPr>
            <a:lvl4pPr lvl="3" algn="ctr">
              <a:lnSpc>
                <a:spcPct val="80000"/>
              </a:lnSpc>
              <a:spcBef>
                <a:spcPts val="0"/>
              </a:spcBef>
              <a:spcAft>
                <a:spcPts val="0"/>
              </a:spcAft>
              <a:buSzPts val="1400"/>
              <a:buNone/>
              <a:defRPr/>
            </a:lvl4pPr>
            <a:lvl5pPr lvl="4" algn="ctr">
              <a:lnSpc>
                <a:spcPct val="80000"/>
              </a:lnSpc>
              <a:spcBef>
                <a:spcPts val="0"/>
              </a:spcBef>
              <a:spcAft>
                <a:spcPts val="0"/>
              </a:spcAft>
              <a:buSzPts val="1400"/>
              <a:buNone/>
              <a:defRPr/>
            </a:lvl5pPr>
            <a:lvl6pPr lvl="5" algn="ctr">
              <a:lnSpc>
                <a:spcPct val="80000"/>
              </a:lnSpc>
              <a:spcBef>
                <a:spcPts val="0"/>
              </a:spcBef>
              <a:spcAft>
                <a:spcPts val="0"/>
              </a:spcAft>
              <a:buSzPts val="1400"/>
              <a:buNone/>
              <a:defRPr/>
            </a:lvl6pPr>
            <a:lvl7pPr lvl="6" algn="ctr">
              <a:lnSpc>
                <a:spcPct val="80000"/>
              </a:lnSpc>
              <a:spcBef>
                <a:spcPts val="0"/>
              </a:spcBef>
              <a:spcAft>
                <a:spcPts val="0"/>
              </a:spcAft>
              <a:buSzPts val="1400"/>
              <a:buNone/>
              <a:defRPr/>
            </a:lvl7pPr>
            <a:lvl8pPr lvl="7" algn="ctr">
              <a:lnSpc>
                <a:spcPct val="80000"/>
              </a:lnSpc>
              <a:spcBef>
                <a:spcPts val="0"/>
              </a:spcBef>
              <a:spcAft>
                <a:spcPts val="0"/>
              </a:spcAft>
              <a:buSzPts val="1400"/>
              <a:buNone/>
              <a:defRPr/>
            </a:lvl8pPr>
            <a:lvl9pPr lvl="8" algn="ctr">
              <a:lnSpc>
                <a:spcPct val="80000"/>
              </a:lnSpc>
              <a:spcBef>
                <a:spcPts val="0"/>
              </a:spcBef>
              <a:spcAft>
                <a:spcPts val="0"/>
              </a:spcAft>
              <a:buSzPts val="1400"/>
              <a:buNone/>
              <a:defRPr/>
            </a:lvl9pPr>
          </a:lstStyle>
          <a:p/>
        </p:txBody>
      </p:sp>
      <p:sp>
        <p:nvSpPr>
          <p:cNvPr id="225" name="Google Shape;225;p39"/>
          <p:cNvSpPr txBox="1"/>
          <p:nvPr>
            <p:ph idx="4" type="subTitle"/>
          </p:nvPr>
        </p:nvSpPr>
        <p:spPr>
          <a:xfrm>
            <a:off x="321279" y="3252025"/>
            <a:ext cx="2605500" cy="7359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1800"/>
              <a:buNone/>
              <a:defRPr b="1" sz="1800"/>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226" name="Google Shape;226;p39"/>
          <p:cNvSpPr txBox="1"/>
          <p:nvPr>
            <p:ph idx="5" type="body"/>
          </p:nvPr>
        </p:nvSpPr>
        <p:spPr>
          <a:xfrm>
            <a:off x="321275" y="3775125"/>
            <a:ext cx="2605500" cy="116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27" name="Google Shape;227;p39"/>
          <p:cNvSpPr txBox="1"/>
          <p:nvPr>
            <p:ph idx="6" type="subTitle"/>
          </p:nvPr>
        </p:nvSpPr>
        <p:spPr>
          <a:xfrm>
            <a:off x="3262804" y="3252025"/>
            <a:ext cx="2605500" cy="7359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1800"/>
              <a:buNone/>
              <a:defRPr b="1" sz="1800"/>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228" name="Google Shape;228;p39"/>
          <p:cNvSpPr txBox="1"/>
          <p:nvPr>
            <p:ph idx="7" type="body"/>
          </p:nvPr>
        </p:nvSpPr>
        <p:spPr>
          <a:xfrm>
            <a:off x="3262800" y="3775125"/>
            <a:ext cx="2605500" cy="116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29" name="Google Shape;229;p39"/>
          <p:cNvSpPr txBox="1"/>
          <p:nvPr>
            <p:ph idx="8" type="subTitle"/>
          </p:nvPr>
        </p:nvSpPr>
        <p:spPr>
          <a:xfrm>
            <a:off x="6204329" y="3252025"/>
            <a:ext cx="2605500" cy="7359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1800"/>
              <a:buNone/>
              <a:defRPr b="1" sz="1800"/>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230" name="Google Shape;230;p39"/>
          <p:cNvSpPr txBox="1"/>
          <p:nvPr>
            <p:ph idx="9" type="body"/>
          </p:nvPr>
        </p:nvSpPr>
        <p:spPr>
          <a:xfrm>
            <a:off x="6204325" y="3775125"/>
            <a:ext cx="2605500" cy="116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31" name="Google Shape;231;p39"/>
          <p:cNvSpPr txBox="1"/>
          <p:nvPr>
            <p:ph idx="13" type="subTitle"/>
          </p:nvPr>
        </p:nvSpPr>
        <p:spPr>
          <a:xfrm>
            <a:off x="6204329" y="1324475"/>
            <a:ext cx="2605500" cy="7359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1800"/>
              <a:buNone/>
              <a:defRPr b="1" sz="1800"/>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232" name="Google Shape;232;p39"/>
          <p:cNvSpPr txBox="1"/>
          <p:nvPr>
            <p:ph idx="14" type="body"/>
          </p:nvPr>
        </p:nvSpPr>
        <p:spPr>
          <a:xfrm>
            <a:off x="6204325" y="1847575"/>
            <a:ext cx="2605500" cy="116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233" name="Google Shape;233;p39"/>
          <p:cNvSpPr txBox="1"/>
          <p:nvPr>
            <p:ph idx="15" type="subTitle"/>
          </p:nvPr>
        </p:nvSpPr>
        <p:spPr>
          <a:xfrm>
            <a:off x="3262804" y="1324475"/>
            <a:ext cx="2605500" cy="7359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1800"/>
              <a:buNone/>
              <a:defRPr b="1" sz="1800"/>
            </a:lvl1pPr>
            <a:lvl2pPr lvl="1">
              <a:lnSpc>
                <a:spcPct val="80000"/>
              </a:lnSpc>
              <a:spcBef>
                <a:spcPts val="0"/>
              </a:spcBef>
              <a:spcAft>
                <a:spcPts val="0"/>
              </a:spcAft>
              <a:buSzPts val="1400"/>
              <a:buNone/>
              <a:defRPr/>
            </a:lvl2pPr>
            <a:lvl3pPr lvl="2">
              <a:lnSpc>
                <a:spcPct val="80000"/>
              </a:lnSpc>
              <a:spcBef>
                <a:spcPts val="0"/>
              </a:spcBef>
              <a:spcAft>
                <a:spcPts val="0"/>
              </a:spcAft>
              <a:buSzPts val="1400"/>
              <a:buNone/>
              <a:defRPr/>
            </a:lvl3pPr>
            <a:lvl4pPr lvl="3">
              <a:lnSpc>
                <a:spcPct val="80000"/>
              </a:lnSpc>
              <a:spcBef>
                <a:spcPts val="0"/>
              </a:spcBef>
              <a:spcAft>
                <a:spcPts val="0"/>
              </a:spcAft>
              <a:buSzPts val="1400"/>
              <a:buNone/>
              <a:defRPr/>
            </a:lvl4pPr>
            <a:lvl5pPr lvl="4">
              <a:lnSpc>
                <a:spcPct val="80000"/>
              </a:lnSpc>
              <a:spcBef>
                <a:spcPts val="0"/>
              </a:spcBef>
              <a:spcAft>
                <a:spcPts val="0"/>
              </a:spcAft>
              <a:buSzPts val="1400"/>
              <a:buNone/>
              <a:defRPr/>
            </a:lvl5pPr>
            <a:lvl6pPr lvl="5">
              <a:lnSpc>
                <a:spcPct val="80000"/>
              </a:lnSpc>
              <a:spcBef>
                <a:spcPts val="0"/>
              </a:spcBef>
              <a:spcAft>
                <a:spcPts val="0"/>
              </a:spcAft>
              <a:buSzPts val="1400"/>
              <a:buNone/>
              <a:defRPr/>
            </a:lvl6pPr>
            <a:lvl7pPr lvl="6">
              <a:lnSpc>
                <a:spcPct val="80000"/>
              </a:lnSpc>
              <a:spcBef>
                <a:spcPts val="0"/>
              </a:spcBef>
              <a:spcAft>
                <a:spcPts val="0"/>
              </a:spcAft>
              <a:buSzPts val="1400"/>
              <a:buNone/>
              <a:defRPr/>
            </a:lvl7pPr>
            <a:lvl8pPr lvl="7">
              <a:lnSpc>
                <a:spcPct val="80000"/>
              </a:lnSpc>
              <a:spcBef>
                <a:spcPts val="0"/>
              </a:spcBef>
              <a:spcAft>
                <a:spcPts val="0"/>
              </a:spcAft>
              <a:buSzPts val="1400"/>
              <a:buNone/>
              <a:defRPr/>
            </a:lvl8pPr>
            <a:lvl9pPr lvl="8">
              <a:lnSpc>
                <a:spcPct val="80000"/>
              </a:lnSpc>
              <a:spcBef>
                <a:spcPts val="0"/>
              </a:spcBef>
              <a:spcAft>
                <a:spcPts val="0"/>
              </a:spcAft>
              <a:buSzPts val="1400"/>
              <a:buNone/>
              <a:defRPr/>
            </a:lvl9pPr>
          </a:lstStyle>
          <a:p/>
        </p:txBody>
      </p:sp>
      <p:sp>
        <p:nvSpPr>
          <p:cNvPr id="234" name="Google Shape;234;p39"/>
          <p:cNvSpPr txBox="1"/>
          <p:nvPr>
            <p:ph idx="16" type="body"/>
          </p:nvPr>
        </p:nvSpPr>
        <p:spPr>
          <a:xfrm>
            <a:off x="3262800" y="1847575"/>
            <a:ext cx="2605500" cy="116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extLst>
    <p:ext uri="{DCECCB84-F9BA-43D5-87BE-67443E8EF086}">
      <p15:sldGuideLst>
        <p15:guide id="1" orient="horz" pos="72">
          <p15:clr>
            <a:srgbClr val="E46962"/>
          </p15:clr>
        </p15:guide>
        <p15:guide id="2" pos="72">
          <p15:clr>
            <a:srgbClr val="E46962"/>
          </p15:clr>
        </p15:guide>
        <p15:guide id="3" orient="horz" pos="3168">
          <p15:clr>
            <a:srgbClr val="E46962"/>
          </p15:clr>
        </p15:guide>
        <p15:guide id="4" pos="477">
          <p15:clr>
            <a:srgbClr val="E46962"/>
          </p15:clr>
        </p15:guide>
        <p15:guide id="5" pos="549">
          <p15:clr>
            <a:srgbClr val="E46962"/>
          </p15:clr>
        </p15:guide>
        <p15:guide id="6" pos="950">
          <p15:clr>
            <a:srgbClr val="E46962"/>
          </p15:clr>
        </p15:guide>
        <p15:guide id="7" pos="1022">
          <p15:clr>
            <a:srgbClr val="E46962"/>
          </p15:clr>
        </p15:guide>
        <p15:guide id="8" pos="1422">
          <p15:clr>
            <a:srgbClr val="E46962"/>
          </p15:clr>
        </p15:guide>
        <p15:guide id="9" pos="1494">
          <p15:clr>
            <a:srgbClr val="E46962"/>
          </p15:clr>
        </p15:guide>
        <p15:guide id="10" pos="1897">
          <p15:clr>
            <a:srgbClr val="E46962"/>
          </p15:clr>
        </p15:guide>
        <p15:guide id="11" pos="1969">
          <p15:clr>
            <a:srgbClr val="E46962"/>
          </p15:clr>
        </p15:guide>
        <p15:guide id="12" pos="2369">
          <p15:clr>
            <a:srgbClr val="E46962"/>
          </p15:clr>
        </p15:guide>
        <p15:guide id="13" pos="2441">
          <p15:clr>
            <a:srgbClr val="E46962"/>
          </p15:clr>
        </p15:guide>
        <p15:guide id="14" pos="2844">
          <p15:clr>
            <a:srgbClr val="E46962"/>
          </p15:clr>
        </p15:guide>
        <p15:guide id="15" pos="2916">
          <p15:clr>
            <a:srgbClr val="E46962"/>
          </p15:clr>
        </p15:guide>
        <p15:guide id="16" pos="3319">
          <p15:clr>
            <a:srgbClr val="E46962"/>
          </p15:clr>
        </p15:guide>
        <p15:guide id="17" pos="3391">
          <p15:clr>
            <a:srgbClr val="E46962"/>
          </p15:clr>
        </p15:guide>
        <p15:guide id="18" pos="3791">
          <p15:clr>
            <a:srgbClr val="E46962"/>
          </p15:clr>
        </p15:guide>
        <p15:guide id="19" pos="3863">
          <p15:clr>
            <a:srgbClr val="E46962"/>
          </p15:clr>
        </p15:guide>
        <p15:guide id="20" pos="4266">
          <p15:clr>
            <a:srgbClr val="E46962"/>
          </p15:clr>
        </p15:guide>
        <p15:guide id="21" pos="4338">
          <p15:clr>
            <a:srgbClr val="E46962"/>
          </p15:clr>
        </p15:guide>
        <p15:guide id="22" pos="4741">
          <p15:clr>
            <a:srgbClr val="E46962"/>
          </p15:clr>
        </p15:guide>
        <p15:guide id="23" pos="4813">
          <p15:clr>
            <a:srgbClr val="E46962"/>
          </p15:clr>
        </p15:guide>
        <p15:guide id="24" pos="5213">
          <p15:clr>
            <a:srgbClr val="E46962"/>
          </p15:clr>
        </p15:guide>
        <p15:guide id="25" pos="5285">
          <p15:clr>
            <a:srgbClr val="E46962"/>
          </p15:clr>
        </p15:guide>
        <p15:guide id="26" pos="5688">
          <p15:clr>
            <a:srgbClr val="E46962"/>
          </p15:clr>
        </p15:guide>
        <p15:guide id="27" orient="horz" pos="1620">
          <p15:clr>
            <a:srgbClr val="E46962"/>
          </p15:clr>
        </p15:guide>
        <p15:guide id="28" orient="horz" pos="588">
          <p15:clr>
            <a:srgbClr val="E46962"/>
          </p15:clr>
        </p15:guide>
        <p15:guide id="29" orient="horz" pos="1104">
          <p15:clr>
            <a:srgbClr val="E46962"/>
          </p15:clr>
        </p15:guide>
        <p15:guide id="30" orient="horz" pos="2136">
          <p15:clr>
            <a:srgbClr val="E46962"/>
          </p15:clr>
        </p15:guide>
        <p15:guide id="31" orient="horz" pos="2652">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p:cSld name="CUSTOM_2">
    <p:spTree>
      <p:nvGrpSpPr>
        <p:cNvPr id="235" name="Shape 235"/>
        <p:cNvGrpSpPr/>
        <p:nvPr/>
      </p:nvGrpSpPr>
      <p:grpSpPr>
        <a:xfrm>
          <a:off x="0" y="0"/>
          <a:ext cx="0" cy="0"/>
          <a:chOff x="0" y="0"/>
          <a:chExt cx="0" cy="0"/>
        </a:xfrm>
      </p:grpSpPr>
      <p:sp>
        <p:nvSpPr>
          <p:cNvPr id="236" name="Google Shape;236;p40"/>
          <p:cNvSpPr txBox="1"/>
          <p:nvPr>
            <p:ph idx="12" type="sldNum"/>
          </p:nvPr>
        </p:nvSpPr>
        <p:spPr>
          <a:xfrm>
            <a:off x="306795" y="21662"/>
            <a:ext cx="548700" cy="323100"/>
          </a:xfrm>
          <a:prstGeom prst="rect">
            <a:avLst/>
          </a:prstGeom>
        </p:spPr>
        <p:txBody>
          <a:bodyPr anchorCtr="0" anchor="t"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l">
              <a:spcBef>
                <a:spcPts val="0"/>
              </a:spcBef>
              <a:spcAft>
                <a:spcPts val="0"/>
              </a:spcAft>
              <a:buNone/>
            </a:pPr>
            <a:fld id="{00000000-1234-1234-1234-123412341234}" type="slidenum">
              <a:rPr lang="en"/>
              <a:t>‹#›</a:t>
            </a:fld>
            <a:endParaRPr/>
          </a:p>
        </p:txBody>
      </p:sp>
      <p:sp>
        <p:nvSpPr>
          <p:cNvPr id="237" name="Google Shape;237;p40"/>
          <p:cNvSpPr txBox="1"/>
          <p:nvPr/>
        </p:nvSpPr>
        <p:spPr>
          <a:xfrm>
            <a:off x="228600" y="21650"/>
            <a:ext cx="434400" cy="22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a:solidFill>
                  <a:schemeClr val="dk1"/>
                </a:solidFill>
                <a:latin typeface="Familjen Grotesk"/>
                <a:ea typeface="Familjen Grotesk"/>
                <a:cs typeface="Familjen Grotesk"/>
                <a:sym typeface="Familjen Grotesk"/>
              </a:rPr>
              <a:t>p</a:t>
            </a:r>
            <a:r>
              <a:rPr lang="en" sz="900">
                <a:solidFill>
                  <a:schemeClr val="dk1"/>
                </a:solidFill>
                <a:latin typeface="Familjen Grotesk"/>
                <a:ea typeface="Familjen Grotesk"/>
                <a:cs typeface="Familjen Grotesk"/>
                <a:sym typeface="Familjen Grotesk"/>
              </a:rPr>
              <a:t>g. </a:t>
            </a:r>
            <a:endParaRPr sz="900">
              <a:solidFill>
                <a:schemeClr val="dk1"/>
              </a:solidFill>
              <a:latin typeface="Familjen Grotesk"/>
              <a:ea typeface="Familjen Grotesk"/>
              <a:cs typeface="Familjen Grotesk"/>
              <a:sym typeface="Familjen Grotesk"/>
            </a:endParaRPr>
          </a:p>
        </p:txBody>
      </p:sp>
      <p:sp>
        <p:nvSpPr>
          <p:cNvPr id="238" name="Google Shape;238;p40"/>
          <p:cNvSpPr txBox="1"/>
          <p:nvPr/>
        </p:nvSpPr>
        <p:spPr>
          <a:xfrm>
            <a:off x="1771200" y="21650"/>
            <a:ext cx="3181200" cy="22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a:solidFill>
                  <a:schemeClr val="dk1"/>
                </a:solidFill>
                <a:latin typeface="Familjen Grotesk"/>
                <a:ea typeface="Familjen Grotesk"/>
                <a:cs typeface="Familjen Grotesk"/>
                <a:sym typeface="Familjen Grotesk"/>
              </a:rPr>
              <a:t>Company Name</a:t>
            </a:r>
            <a:endParaRPr sz="900">
              <a:solidFill>
                <a:schemeClr val="dk1"/>
              </a:solidFill>
              <a:latin typeface="Familjen Grotesk"/>
              <a:ea typeface="Familjen Grotesk"/>
              <a:cs typeface="Familjen Grotesk"/>
              <a:sym typeface="Familjen Grotesk"/>
            </a:endParaRPr>
          </a:p>
        </p:txBody>
      </p:sp>
      <p:sp>
        <p:nvSpPr>
          <p:cNvPr id="239" name="Google Shape;239;p40"/>
          <p:cNvSpPr txBox="1"/>
          <p:nvPr/>
        </p:nvSpPr>
        <p:spPr>
          <a:xfrm>
            <a:off x="7961250" y="21650"/>
            <a:ext cx="1047000" cy="228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chemeClr val="dk1"/>
                </a:solidFill>
                <a:latin typeface="Familjen Grotesk"/>
                <a:ea typeface="Familjen Grotesk"/>
                <a:cs typeface="Familjen Grotesk"/>
                <a:sym typeface="Familjen Grotesk"/>
              </a:rPr>
              <a:t>09.14.</a:t>
            </a:r>
            <a:r>
              <a:rPr lang="en" sz="900">
                <a:solidFill>
                  <a:schemeClr val="dk1"/>
                </a:solidFill>
                <a:latin typeface="Familjen Grotesk"/>
                <a:ea typeface="Familjen Grotesk"/>
                <a:cs typeface="Familjen Grotesk"/>
                <a:sym typeface="Familjen Grotesk"/>
              </a:rPr>
              <a:t>20XX</a:t>
            </a:r>
            <a:endParaRPr sz="900">
              <a:solidFill>
                <a:schemeClr val="dk1"/>
              </a:solidFill>
              <a:latin typeface="Familjen Grotesk"/>
              <a:ea typeface="Familjen Grotesk"/>
              <a:cs typeface="Familjen Grotesk"/>
              <a:sym typeface="Familjen Grotesk"/>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ncial Snapshot">
  <p:cSld name="CUSTOM_2_1">
    <p:spTree>
      <p:nvGrpSpPr>
        <p:cNvPr id="240" name="Shape 240"/>
        <p:cNvGrpSpPr/>
        <p:nvPr/>
      </p:nvGrpSpPr>
      <p:grpSpPr>
        <a:xfrm>
          <a:off x="0" y="0"/>
          <a:ext cx="0" cy="0"/>
          <a:chOff x="0" y="0"/>
          <a:chExt cx="0" cy="0"/>
        </a:xfrm>
      </p:grpSpPr>
      <p:sp>
        <p:nvSpPr>
          <p:cNvPr id="241" name="Google Shape;241;p41"/>
          <p:cNvSpPr txBox="1"/>
          <p:nvPr>
            <p:ph idx="1" type="subTitle"/>
          </p:nvPr>
        </p:nvSpPr>
        <p:spPr>
          <a:xfrm>
            <a:off x="1771198" y="3024500"/>
            <a:ext cx="2596500" cy="6660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2" name="Google Shape;242;p41"/>
          <p:cNvSpPr txBox="1"/>
          <p:nvPr>
            <p:ph idx="2" type="subTitle"/>
          </p:nvPr>
        </p:nvSpPr>
        <p:spPr>
          <a:xfrm>
            <a:off x="1771198" y="1764633"/>
            <a:ext cx="2596500" cy="6660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3" name="Google Shape;243;p41"/>
          <p:cNvSpPr txBox="1"/>
          <p:nvPr>
            <p:ph idx="3" type="subTitle"/>
          </p:nvPr>
        </p:nvSpPr>
        <p:spPr>
          <a:xfrm>
            <a:off x="1771198" y="2356467"/>
            <a:ext cx="2596500" cy="6660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4" name="Google Shape;244;p41"/>
          <p:cNvSpPr txBox="1"/>
          <p:nvPr>
            <p:ph idx="4" type="subTitle"/>
          </p:nvPr>
        </p:nvSpPr>
        <p:spPr>
          <a:xfrm>
            <a:off x="104050" y="1869125"/>
            <a:ext cx="2153100" cy="558900"/>
          </a:xfrm>
          <a:prstGeom prst="rect">
            <a:avLst/>
          </a:prstGeom>
        </p:spPr>
        <p:txBody>
          <a:bodyPr anchorCtr="0" anchor="t" bIns="91425" lIns="91425" spcFirstLastPara="1" rIns="91425" wrap="square" tIns="91425">
            <a:noAutofit/>
          </a:bodyPr>
          <a:lstStyle>
            <a:lvl1pPr lvl="0">
              <a:spcBef>
                <a:spcPts val="0"/>
              </a:spcBef>
              <a:spcAft>
                <a:spcPts val="0"/>
              </a:spcAft>
              <a:buSzPts val="1300"/>
              <a:buFont typeface="Spectral"/>
              <a:buNone/>
              <a:defRPr sz="1300">
                <a:latin typeface="Spectral"/>
                <a:ea typeface="Spectral"/>
                <a:cs typeface="Spectral"/>
                <a:sym typeface="Spectr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5" name="Google Shape;245;p41"/>
          <p:cNvSpPr txBox="1"/>
          <p:nvPr>
            <p:ph idx="5" type="subTitle"/>
          </p:nvPr>
        </p:nvSpPr>
        <p:spPr>
          <a:xfrm>
            <a:off x="104050" y="2464508"/>
            <a:ext cx="2153100" cy="558900"/>
          </a:xfrm>
          <a:prstGeom prst="rect">
            <a:avLst/>
          </a:prstGeom>
        </p:spPr>
        <p:txBody>
          <a:bodyPr anchorCtr="0" anchor="t" bIns="91425" lIns="91425" spcFirstLastPara="1" rIns="91425" wrap="square" tIns="91425">
            <a:noAutofit/>
          </a:bodyPr>
          <a:lstStyle>
            <a:lvl1pPr lvl="0">
              <a:spcBef>
                <a:spcPts val="0"/>
              </a:spcBef>
              <a:spcAft>
                <a:spcPts val="0"/>
              </a:spcAft>
              <a:buSzPts val="1300"/>
              <a:buFont typeface="Spectral"/>
              <a:buNone/>
              <a:defRPr sz="1300">
                <a:latin typeface="Spectral"/>
                <a:ea typeface="Spectral"/>
                <a:cs typeface="Spectral"/>
                <a:sym typeface="Spectr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6" name="Google Shape;246;p41"/>
          <p:cNvSpPr txBox="1"/>
          <p:nvPr>
            <p:ph idx="6" type="subTitle"/>
          </p:nvPr>
        </p:nvSpPr>
        <p:spPr>
          <a:xfrm>
            <a:off x="104050" y="3136092"/>
            <a:ext cx="2153100" cy="558900"/>
          </a:xfrm>
          <a:prstGeom prst="rect">
            <a:avLst/>
          </a:prstGeom>
        </p:spPr>
        <p:txBody>
          <a:bodyPr anchorCtr="0" anchor="t" bIns="91425" lIns="91425" spcFirstLastPara="1" rIns="91425" wrap="square" tIns="91425">
            <a:noAutofit/>
          </a:bodyPr>
          <a:lstStyle>
            <a:lvl1pPr lvl="0">
              <a:spcBef>
                <a:spcPts val="0"/>
              </a:spcBef>
              <a:spcAft>
                <a:spcPts val="0"/>
              </a:spcAft>
              <a:buSzPts val="1300"/>
              <a:buFont typeface="Spectral"/>
              <a:buNone/>
              <a:defRPr sz="1300">
                <a:latin typeface="Spectral"/>
                <a:ea typeface="Spectral"/>
                <a:cs typeface="Spectral"/>
                <a:sym typeface="Spectr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7" name="Google Shape;247;p41"/>
          <p:cNvSpPr txBox="1"/>
          <p:nvPr>
            <p:ph idx="7" type="subTitle"/>
          </p:nvPr>
        </p:nvSpPr>
        <p:spPr>
          <a:xfrm>
            <a:off x="94072" y="1215925"/>
            <a:ext cx="4076100" cy="323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Familjen Grotesk Medium"/>
              <a:buNone/>
              <a:defRPr sz="1800">
                <a:latin typeface="Familjen Grotesk Medium"/>
                <a:ea typeface="Familjen Grotesk Medium"/>
                <a:cs typeface="Familjen Grotesk Medium"/>
                <a:sym typeface="Familjen Grotesk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8" name="Google Shape;248;p41"/>
          <p:cNvSpPr txBox="1"/>
          <p:nvPr>
            <p:ph idx="8" type="subTitle"/>
          </p:nvPr>
        </p:nvSpPr>
        <p:spPr>
          <a:xfrm>
            <a:off x="4651939" y="1215925"/>
            <a:ext cx="4076100" cy="323100"/>
          </a:xfrm>
          <a:prstGeom prst="rect">
            <a:avLst/>
          </a:prstGeom>
        </p:spPr>
        <p:txBody>
          <a:bodyPr anchorCtr="0" anchor="t" bIns="91425" lIns="91425" spcFirstLastPara="1" rIns="91425" wrap="square" tIns="91425">
            <a:noAutofit/>
          </a:bodyPr>
          <a:lstStyle>
            <a:lvl1pPr lvl="0">
              <a:spcBef>
                <a:spcPts val="0"/>
              </a:spcBef>
              <a:spcAft>
                <a:spcPts val="0"/>
              </a:spcAft>
              <a:buSzPts val="1800"/>
              <a:buFont typeface="Familjen Grotesk Medium"/>
              <a:buNone/>
              <a:defRPr sz="1800">
                <a:latin typeface="Familjen Grotesk Medium"/>
                <a:ea typeface="Familjen Grotesk Medium"/>
                <a:cs typeface="Familjen Grotesk Medium"/>
                <a:sym typeface="Familjen Grotesk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9" name="Google Shape;249;p41"/>
          <p:cNvSpPr txBox="1"/>
          <p:nvPr>
            <p:ph idx="12" type="sldNum"/>
          </p:nvPr>
        </p:nvSpPr>
        <p:spPr>
          <a:xfrm>
            <a:off x="306795" y="21662"/>
            <a:ext cx="548700" cy="323100"/>
          </a:xfrm>
          <a:prstGeom prst="rect">
            <a:avLst/>
          </a:prstGeom>
        </p:spPr>
        <p:txBody>
          <a:bodyPr anchorCtr="0" anchor="t" bIns="91425" lIns="91425" spcFirstLastPara="1" rIns="91425" wrap="square" tIns="91425">
            <a:spAutoFit/>
          </a:bodyPr>
          <a:lstStyle>
            <a:lvl1pPr lvl="0" rtl="0" algn="l">
              <a:buNone/>
              <a:defRPr/>
            </a:lvl1pPr>
            <a:lvl2pPr lvl="1" rtl="0" algn="l">
              <a:buNone/>
              <a:defRPr/>
            </a:lvl2pPr>
            <a:lvl3pPr lvl="2" rtl="0" algn="l">
              <a:buNone/>
              <a:defRPr/>
            </a:lvl3pPr>
            <a:lvl4pPr lvl="3" rtl="0" algn="l">
              <a:buNone/>
              <a:defRPr/>
            </a:lvl4pPr>
            <a:lvl5pPr lvl="4" rtl="0" algn="l">
              <a:buNone/>
              <a:defRPr/>
            </a:lvl5pPr>
            <a:lvl6pPr lvl="5" rtl="0" algn="l">
              <a:buNone/>
              <a:defRPr/>
            </a:lvl6pPr>
            <a:lvl7pPr lvl="6" rtl="0" algn="l">
              <a:buNone/>
              <a:defRPr/>
            </a:lvl7pPr>
            <a:lvl8pPr lvl="7" rtl="0" algn="l">
              <a:buNone/>
              <a:defRPr/>
            </a:lvl8pPr>
            <a:lvl9pPr lvl="8" rtl="0" algn="l">
              <a:buNone/>
              <a:defRPr/>
            </a:lvl9pPr>
          </a:lstStyle>
          <a:p>
            <a:pPr indent="0" lvl="0" marL="0" rtl="0" algn="l">
              <a:spcBef>
                <a:spcPts val="0"/>
              </a:spcBef>
              <a:spcAft>
                <a:spcPts val="0"/>
              </a:spcAft>
              <a:buNone/>
            </a:pPr>
            <a:fld id="{00000000-1234-1234-1234-123412341234}" type="slidenum">
              <a:rPr lang="en"/>
              <a:t>‹#›</a:t>
            </a:fld>
            <a:endParaRPr/>
          </a:p>
        </p:txBody>
      </p:sp>
      <p:sp>
        <p:nvSpPr>
          <p:cNvPr id="250" name="Google Shape;250;p41"/>
          <p:cNvSpPr txBox="1"/>
          <p:nvPr/>
        </p:nvSpPr>
        <p:spPr>
          <a:xfrm>
            <a:off x="228600" y="21650"/>
            <a:ext cx="434400" cy="22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a:solidFill>
                  <a:schemeClr val="dk1"/>
                </a:solidFill>
                <a:latin typeface="Familjen Grotesk"/>
                <a:ea typeface="Familjen Grotesk"/>
                <a:cs typeface="Familjen Grotesk"/>
                <a:sym typeface="Familjen Grotesk"/>
              </a:rPr>
              <a:t>pg. </a:t>
            </a:r>
            <a:endParaRPr sz="900">
              <a:solidFill>
                <a:schemeClr val="dk1"/>
              </a:solidFill>
              <a:latin typeface="Familjen Grotesk"/>
              <a:ea typeface="Familjen Grotesk"/>
              <a:cs typeface="Familjen Grotesk"/>
              <a:sym typeface="Familjen Grotesk"/>
            </a:endParaRPr>
          </a:p>
        </p:txBody>
      </p:sp>
      <p:sp>
        <p:nvSpPr>
          <p:cNvPr id="251" name="Google Shape;251;p41"/>
          <p:cNvSpPr txBox="1"/>
          <p:nvPr/>
        </p:nvSpPr>
        <p:spPr>
          <a:xfrm>
            <a:off x="1771200" y="21650"/>
            <a:ext cx="3181200" cy="228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900">
                <a:solidFill>
                  <a:schemeClr val="dk1"/>
                </a:solidFill>
                <a:latin typeface="Familjen Grotesk"/>
                <a:ea typeface="Familjen Grotesk"/>
                <a:cs typeface="Familjen Grotesk"/>
                <a:sym typeface="Familjen Grotesk"/>
              </a:rPr>
              <a:t>Company Name</a:t>
            </a:r>
            <a:endParaRPr sz="900">
              <a:solidFill>
                <a:schemeClr val="dk1"/>
              </a:solidFill>
              <a:latin typeface="Familjen Grotesk"/>
              <a:ea typeface="Familjen Grotesk"/>
              <a:cs typeface="Familjen Grotesk"/>
              <a:sym typeface="Familjen Grotesk"/>
            </a:endParaRPr>
          </a:p>
        </p:txBody>
      </p:sp>
      <p:sp>
        <p:nvSpPr>
          <p:cNvPr id="252" name="Google Shape;252;p41"/>
          <p:cNvSpPr txBox="1"/>
          <p:nvPr/>
        </p:nvSpPr>
        <p:spPr>
          <a:xfrm>
            <a:off x="7961250" y="21650"/>
            <a:ext cx="1047000" cy="228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chemeClr val="dk1"/>
                </a:solidFill>
                <a:latin typeface="Familjen Grotesk"/>
                <a:ea typeface="Familjen Grotesk"/>
                <a:cs typeface="Familjen Grotesk"/>
                <a:sym typeface="Familjen Grotesk"/>
              </a:rPr>
              <a:t>09.14.</a:t>
            </a:r>
            <a:r>
              <a:rPr lang="en" sz="900">
                <a:solidFill>
                  <a:schemeClr val="dk1"/>
                </a:solidFill>
                <a:latin typeface="Familjen Grotesk"/>
                <a:ea typeface="Familjen Grotesk"/>
                <a:cs typeface="Familjen Grotesk"/>
                <a:sym typeface="Familjen Grotesk"/>
              </a:rPr>
              <a:t>20XX</a:t>
            </a:r>
            <a:endParaRPr sz="900">
              <a:solidFill>
                <a:schemeClr val="dk1"/>
              </a:solidFill>
              <a:latin typeface="Familjen Grotesk"/>
              <a:ea typeface="Familjen Grotesk"/>
              <a:cs typeface="Familjen Grotesk"/>
              <a:sym typeface="Familjen Grotesk"/>
            </a:endParaRPr>
          </a:p>
        </p:txBody>
      </p:sp>
      <p:sp>
        <p:nvSpPr>
          <p:cNvPr id="253" name="Google Shape;253;p41"/>
          <p:cNvSpPr txBox="1"/>
          <p:nvPr>
            <p:ph type="title"/>
          </p:nvPr>
        </p:nvSpPr>
        <p:spPr>
          <a:xfrm>
            <a:off x="73152" y="335300"/>
            <a:ext cx="8884800" cy="905100"/>
          </a:xfrm>
          <a:prstGeom prst="rect">
            <a:avLst/>
          </a:prstGeom>
        </p:spPr>
        <p:txBody>
          <a:bodyPr anchorCtr="0" anchor="t" bIns="91425" lIns="91425" spcFirstLastPara="1" rIns="91425" wrap="square" tIns="91425">
            <a:norm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600"/>
              <a:buNone/>
              <a:defRPr sz="5600">
                <a:solidFill>
                  <a:schemeClr val="accent2"/>
                </a:solidFill>
              </a:defRPr>
            </a:lvl2pPr>
            <a:lvl3pPr lvl="2">
              <a:lnSpc>
                <a:spcPct val="65000"/>
              </a:lnSpc>
              <a:spcBef>
                <a:spcPts val="0"/>
              </a:spcBef>
              <a:spcAft>
                <a:spcPts val="0"/>
              </a:spcAft>
              <a:buClr>
                <a:schemeClr val="accent2"/>
              </a:buClr>
              <a:buSzPts val="5600"/>
              <a:buNone/>
              <a:defRPr sz="5600">
                <a:solidFill>
                  <a:schemeClr val="accent2"/>
                </a:solidFill>
              </a:defRPr>
            </a:lvl3pPr>
            <a:lvl4pPr lvl="3">
              <a:lnSpc>
                <a:spcPct val="65000"/>
              </a:lnSpc>
              <a:spcBef>
                <a:spcPts val="0"/>
              </a:spcBef>
              <a:spcAft>
                <a:spcPts val="0"/>
              </a:spcAft>
              <a:buClr>
                <a:schemeClr val="accent2"/>
              </a:buClr>
              <a:buSzPts val="5600"/>
              <a:buNone/>
              <a:defRPr sz="5600">
                <a:solidFill>
                  <a:schemeClr val="accent2"/>
                </a:solidFill>
              </a:defRPr>
            </a:lvl4pPr>
            <a:lvl5pPr lvl="4">
              <a:lnSpc>
                <a:spcPct val="65000"/>
              </a:lnSpc>
              <a:spcBef>
                <a:spcPts val="0"/>
              </a:spcBef>
              <a:spcAft>
                <a:spcPts val="0"/>
              </a:spcAft>
              <a:buClr>
                <a:schemeClr val="accent2"/>
              </a:buClr>
              <a:buSzPts val="5600"/>
              <a:buNone/>
              <a:defRPr sz="5600">
                <a:solidFill>
                  <a:schemeClr val="accent2"/>
                </a:solidFill>
              </a:defRPr>
            </a:lvl5pPr>
            <a:lvl6pPr lvl="5">
              <a:lnSpc>
                <a:spcPct val="65000"/>
              </a:lnSpc>
              <a:spcBef>
                <a:spcPts val="0"/>
              </a:spcBef>
              <a:spcAft>
                <a:spcPts val="0"/>
              </a:spcAft>
              <a:buClr>
                <a:schemeClr val="accent2"/>
              </a:buClr>
              <a:buSzPts val="5600"/>
              <a:buNone/>
              <a:defRPr sz="5600">
                <a:solidFill>
                  <a:schemeClr val="accent2"/>
                </a:solidFill>
              </a:defRPr>
            </a:lvl6pPr>
            <a:lvl7pPr lvl="6">
              <a:lnSpc>
                <a:spcPct val="65000"/>
              </a:lnSpc>
              <a:spcBef>
                <a:spcPts val="0"/>
              </a:spcBef>
              <a:spcAft>
                <a:spcPts val="0"/>
              </a:spcAft>
              <a:buClr>
                <a:schemeClr val="accent2"/>
              </a:buClr>
              <a:buSzPts val="5600"/>
              <a:buNone/>
              <a:defRPr sz="5600">
                <a:solidFill>
                  <a:schemeClr val="accent2"/>
                </a:solidFill>
              </a:defRPr>
            </a:lvl7pPr>
            <a:lvl8pPr lvl="7">
              <a:lnSpc>
                <a:spcPct val="65000"/>
              </a:lnSpc>
              <a:spcBef>
                <a:spcPts val="0"/>
              </a:spcBef>
              <a:spcAft>
                <a:spcPts val="0"/>
              </a:spcAft>
              <a:buClr>
                <a:schemeClr val="accent2"/>
              </a:buClr>
              <a:buSzPts val="5600"/>
              <a:buNone/>
              <a:defRPr sz="5600">
                <a:solidFill>
                  <a:schemeClr val="accent2"/>
                </a:solidFill>
              </a:defRPr>
            </a:lvl8pPr>
            <a:lvl9pPr lvl="8">
              <a:lnSpc>
                <a:spcPct val="65000"/>
              </a:lnSpc>
              <a:spcBef>
                <a:spcPts val="0"/>
              </a:spcBef>
              <a:spcAft>
                <a:spcPts val="0"/>
              </a:spcAft>
              <a:buClr>
                <a:schemeClr val="accent2"/>
              </a:buClr>
              <a:buSzPts val="5600"/>
              <a:buNone/>
              <a:defRPr sz="5600">
                <a:solidFill>
                  <a:schemeClr val="accent2"/>
                </a:solidFill>
              </a:defRPr>
            </a:lvl9pPr>
          </a:lstStyle>
          <a:p/>
        </p:txBody>
      </p:sp>
      <p:cxnSp>
        <p:nvCxnSpPr>
          <p:cNvPr id="254" name="Google Shape;254;p41"/>
          <p:cNvCxnSpPr/>
          <p:nvPr/>
        </p:nvCxnSpPr>
        <p:spPr>
          <a:xfrm>
            <a:off x="4515550" y="1368725"/>
            <a:ext cx="0" cy="3425700"/>
          </a:xfrm>
          <a:prstGeom prst="straightConnector1">
            <a:avLst/>
          </a:prstGeom>
          <a:noFill/>
          <a:ln cap="flat" cmpd="sng" w="9525">
            <a:solidFill>
              <a:schemeClr val="accent1"/>
            </a:solidFill>
            <a:prstDash val="solid"/>
            <a:round/>
            <a:headEnd len="med" w="med" type="none"/>
            <a:tailEnd len="med" w="med" type="none"/>
          </a:ln>
        </p:spPr>
      </p:cxnSp>
      <p:sp>
        <p:nvSpPr>
          <p:cNvPr id="255" name="Google Shape;255;p41"/>
          <p:cNvSpPr txBox="1"/>
          <p:nvPr>
            <p:ph idx="9" type="subTitle"/>
          </p:nvPr>
        </p:nvSpPr>
        <p:spPr>
          <a:xfrm>
            <a:off x="4676900" y="1869125"/>
            <a:ext cx="2153100" cy="558900"/>
          </a:xfrm>
          <a:prstGeom prst="rect">
            <a:avLst/>
          </a:prstGeom>
        </p:spPr>
        <p:txBody>
          <a:bodyPr anchorCtr="0" anchor="t" bIns="91425" lIns="91425" spcFirstLastPara="1" rIns="91425" wrap="square" tIns="91425">
            <a:noAutofit/>
          </a:bodyPr>
          <a:lstStyle>
            <a:lvl1pPr lvl="0">
              <a:spcBef>
                <a:spcPts val="0"/>
              </a:spcBef>
              <a:spcAft>
                <a:spcPts val="0"/>
              </a:spcAft>
              <a:buSzPts val="1300"/>
              <a:buFont typeface="Spectral"/>
              <a:buNone/>
              <a:defRPr sz="1300">
                <a:latin typeface="Spectral"/>
                <a:ea typeface="Spectral"/>
                <a:cs typeface="Spectral"/>
                <a:sym typeface="Spectr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6" name="Google Shape;256;p41"/>
          <p:cNvSpPr txBox="1"/>
          <p:nvPr>
            <p:ph idx="13" type="subTitle"/>
          </p:nvPr>
        </p:nvSpPr>
        <p:spPr>
          <a:xfrm>
            <a:off x="4676900" y="2464508"/>
            <a:ext cx="2153100" cy="558900"/>
          </a:xfrm>
          <a:prstGeom prst="rect">
            <a:avLst/>
          </a:prstGeom>
        </p:spPr>
        <p:txBody>
          <a:bodyPr anchorCtr="0" anchor="t" bIns="91425" lIns="91425" spcFirstLastPara="1" rIns="91425" wrap="square" tIns="91425">
            <a:noAutofit/>
          </a:bodyPr>
          <a:lstStyle>
            <a:lvl1pPr lvl="0">
              <a:spcBef>
                <a:spcPts val="0"/>
              </a:spcBef>
              <a:spcAft>
                <a:spcPts val="0"/>
              </a:spcAft>
              <a:buSzPts val="1300"/>
              <a:buFont typeface="Spectral"/>
              <a:buNone/>
              <a:defRPr sz="1300">
                <a:latin typeface="Spectral"/>
                <a:ea typeface="Spectral"/>
                <a:cs typeface="Spectral"/>
                <a:sym typeface="Spectr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7" name="Google Shape;257;p41"/>
          <p:cNvSpPr txBox="1"/>
          <p:nvPr>
            <p:ph idx="14" type="subTitle"/>
          </p:nvPr>
        </p:nvSpPr>
        <p:spPr>
          <a:xfrm>
            <a:off x="4676900" y="3059892"/>
            <a:ext cx="2153100" cy="558900"/>
          </a:xfrm>
          <a:prstGeom prst="rect">
            <a:avLst/>
          </a:prstGeom>
        </p:spPr>
        <p:txBody>
          <a:bodyPr anchorCtr="0" anchor="t" bIns="91425" lIns="91425" spcFirstLastPara="1" rIns="91425" wrap="square" tIns="91425">
            <a:noAutofit/>
          </a:bodyPr>
          <a:lstStyle>
            <a:lvl1pPr lvl="0">
              <a:spcBef>
                <a:spcPts val="0"/>
              </a:spcBef>
              <a:spcAft>
                <a:spcPts val="0"/>
              </a:spcAft>
              <a:buSzPts val="1300"/>
              <a:buFont typeface="Spectral"/>
              <a:buNone/>
              <a:defRPr sz="1300">
                <a:latin typeface="Spectral"/>
                <a:ea typeface="Spectral"/>
                <a:cs typeface="Spectral"/>
                <a:sym typeface="Spectr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8" name="Google Shape;258;p41"/>
          <p:cNvSpPr txBox="1"/>
          <p:nvPr>
            <p:ph idx="15" type="subTitle"/>
          </p:nvPr>
        </p:nvSpPr>
        <p:spPr>
          <a:xfrm>
            <a:off x="4676900" y="3655300"/>
            <a:ext cx="2153100" cy="558900"/>
          </a:xfrm>
          <a:prstGeom prst="rect">
            <a:avLst/>
          </a:prstGeom>
        </p:spPr>
        <p:txBody>
          <a:bodyPr anchorCtr="0" anchor="t" bIns="91425" lIns="91425" spcFirstLastPara="1" rIns="91425" wrap="square" tIns="91425">
            <a:noAutofit/>
          </a:bodyPr>
          <a:lstStyle>
            <a:lvl1pPr lvl="0">
              <a:spcBef>
                <a:spcPts val="0"/>
              </a:spcBef>
              <a:spcAft>
                <a:spcPts val="0"/>
              </a:spcAft>
              <a:buSzPts val="1300"/>
              <a:buFont typeface="Spectral"/>
              <a:buNone/>
              <a:defRPr sz="1300">
                <a:latin typeface="Spectral"/>
                <a:ea typeface="Spectral"/>
                <a:cs typeface="Spectral"/>
                <a:sym typeface="Spectr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9" name="Google Shape;259;p41"/>
          <p:cNvSpPr txBox="1"/>
          <p:nvPr>
            <p:ph idx="16" type="subTitle"/>
          </p:nvPr>
        </p:nvSpPr>
        <p:spPr>
          <a:xfrm>
            <a:off x="4676900" y="4326883"/>
            <a:ext cx="2153100" cy="558900"/>
          </a:xfrm>
          <a:prstGeom prst="rect">
            <a:avLst/>
          </a:prstGeom>
        </p:spPr>
        <p:txBody>
          <a:bodyPr anchorCtr="0" anchor="t" bIns="91425" lIns="91425" spcFirstLastPara="1" rIns="91425" wrap="square" tIns="91425">
            <a:noAutofit/>
          </a:bodyPr>
          <a:lstStyle>
            <a:lvl1pPr lvl="0">
              <a:spcBef>
                <a:spcPts val="0"/>
              </a:spcBef>
              <a:spcAft>
                <a:spcPts val="0"/>
              </a:spcAft>
              <a:buSzPts val="1300"/>
              <a:buFont typeface="Spectral"/>
              <a:buNone/>
              <a:defRPr sz="1300">
                <a:latin typeface="Spectral"/>
                <a:ea typeface="Spectral"/>
                <a:cs typeface="Spectral"/>
                <a:sym typeface="Spectr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0" name="Google Shape;260;p41"/>
          <p:cNvSpPr txBox="1"/>
          <p:nvPr>
            <p:ph idx="17" type="subTitle"/>
          </p:nvPr>
        </p:nvSpPr>
        <p:spPr>
          <a:xfrm>
            <a:off x="6411748" y="2963183"/>
            <a:ext cx="2596500" cy="6660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1" name="Google Shape;261;p41"/>
          <p:cNvSpPr txBox="1"/>
          <p:nvPr>
            <p:ph idx="18" type="subTitle"/>
          </p:nvPr>
        </p:nvSpPr>
        <p:spPr>
          <a:xfrm>
            <a:off x="6411748" y="1764633"/>
            <a:ext cx="2596500" cy="6660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2" name="Google Shape;262;p41"/>
          <p:cNvSpPr txBox="1"/>
          <p:nvPr>
            <p:ph idx="19" type="subTitle"/>
          </p:nvPr>
        </p:nvSpPr>
        <p:spPr>
          <a:xfrm>
            <a:off x="6411748" y="2363908"/>
            <a:ext cx="2596500" cy="6660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3" name="Google Shape;263;p41"/>
          <p:cNvSpPr txBox="1"/>
          <p:nvPr>
            <p:ph idx="20" type="subTitle"/>
          </p:nvPr>
        </p:nvSpPr>
        <p:spPr>
          <a:xfrm>
            <a:off x="6411748" y="3562458"/>
            <a:ext cx="2596500" cy="6660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4" name="Google Shape;264;p41"/>
          <p:cNvSpPr txBox="1"/>
          <p:nvPr>
            <p:ph idx="21" type="subTitle"/>
          </p:nvPr>
        </p:nvSpPr>
        <p:spPr>
          <a:xfrm>
            <a:off x="6411748" y="4237933"/>
            <a:ext cx="2596500" cy="666000"/>
          </a:xfrm>
          <a:prstGeom prst="rect">
            <a:avLst/>
          </a:prstGeom>
        </p:spPr>
        <p:txBody>
          <a:bodyPr anchorCtr="0" anchor="t" bIns="91425" lIns="91425" spcFirstLastPara="1" rIns="91425" wrap="square" tIns="91425">
            <a:noAutofit/>
          </a:bodyPr>
          <a:lstStyle>
            <a:lvl1pPr lvl="0" algn="r">
              <a:spcBef>
                <a:spcPts val="0"/>
              </a:spcBef>
              <a:spcAft>
                <a:spcPts val="0"/>
              </a:spcAft>
              <a:buSzPts val="3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cxnSp>
        <p:nvCxnSpPr>
          <p:cNvPr id="265" name="Google Shape;265;p41"/>
          <p:cNvCxnSpPr/>
          <p:nvPr/>
        </p:nvCxnSpPr>
        <p:spPr>
          <a:xfrm>
            <a:off x="200117" y="3089629"/>
            <a:ext cx="4082100" cy="0"/>
          </a:xfrm>
          <a:prstGeom prst="straightConnector1">
            <a:avLst/>
          </a:prstGeom>
          <a:noFill/>
          <a:ln cap="flat" cmpd="sng" w="19050">
            <a:solidFill>
              <a:schemeClr val="accent1"/>
            </a:solidFill>
            <a:prstDash val="solid"/>
            <a:round/>
            <a:headEnd len="med" w="med" type="none"/>
            <a:tailEnd len="med" w="med" type="none"/>
          </a:ln>
        </p:spPr>
      </p:cxnSp>
      <p:cxnSp>
        <p:nvCxnSpPr>
          <p:cNvPr id="266" name="Google Shape;266;p41"/>
          <p:cNvCxnSpPr/>
          <p:nvPr/>
        </p:nvCxnSpPr>
        <p:spPr>
          <a:xfrm>
            <a:off x="4786525" y="4282704"/>
            <a:ext cx="4082100" cy="0"/>
          </a:xfrm>
          <a:prstGeom prst="straightConnector1">
            <a:avLst/>
          </a:prstGeom>
          <a:noFill/>
          <a:ln cap="flat" cmpd="sng" w="19050">
            <a:solidFill>
              <a:schemeClr val="accent1"/>
            </a:solidFill>
            <a:prstDash val="solid"/>
            <a:round/>
            <a:headEnd len="med" w="med" type="none"/>
            <a:tailEnd len="med" w="med" type="none"/>
          </a:ln>
        </p:spPr>
      </p:cxnSp>
    </p:spTree>
  </p:cSld>
  <p:clrMapOvr>
    <a:masterClrMapping/>
  </p:clrMapOvr>
  <p:extLst>
    <p:ext uri="{DCECCB84-F9BA-43D5-87BE-67443E8EF086}">
      <p15:sldGuideLst>
        <p15:guide id="1" orient="horz" pos="2016">
          <p15:clr>
            <a:srgbClr val="E46962"/>
          </p15:clr>
        </p15:guide>
        <p15:guide id="2" orient="horz" pos="1261">
          <p15:clr>
            <a:srgbClr val="E46962"/>
          </p15:clr>
        </p15:guide>
        <p15:guide id="3" orient="horz" pos="2771">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inancial Executive Summary">
  <p:cSld name="TITLE_1_1">
    <p:spTree>
      <p:nvGrpSpPr>
        <p:cNvPr id="267" name="Shape 267"/>
        <p:cNvGrpSpPr/>
        <p:nvPr/>
      </p:nvGrpSpPr>
      <p:grpSpPr>
        <a:xfrm>
          <a:off x="0" y="0"/>
          <a:ext cx="0" cy="0"/>
          <a:chOff x="0" y="0"/>
          <a:chExt cx="0" cy="0"/>
        </a:xfrm>
      </p:grpSpPr>
      <p:sp>
        <p:nvSpPr>
          <p:cNvPr id="268" name="Google Shape;268;p42"/>
          <p:cNvSpPr txBox="1"/>
          <p:nvPr>
            <p:ph idx="1" type="subTitle"/>
          </p:nvPr>
        </p:nvSpPr>
        <p:spPr>
          <a:xfrm>
            <a:off x="1985411" y="2323038"/>
            <a:ext cx="1581900" cy="474900"/>
          </a:xfrm>
          <a:prstGeom prst="rect">
            <a:avLst/>
          </a:prstGeom>
        </p:spPr>
        <p:txBody>
          <a:bodyPr anchorCtr="0" anchor="t" bIns="0" lIns="0" spcFirstLastPara="1" rIns="0" wrap="square" tIns="0">
            <a:noAutofit/>
          </a:bodyPr>
          <a:lstStyle>
            <a:lvl1pPr lvl="0">
              <a:spcBef>
                <a:spcPts val="0"/>
              </a:spcBef>
              <a:spcAft>
                <a:spcPts val="0"/>
              </a:spcAft>
              <a:buSzPts val="3600"/>
              <a:buNone/>
              <a:defRPr/>
            </a:lvl1pPr>
            <a:lvl2pPr lvl="1">
              <a:spcBef>
                <a:spcPts val="0"/>
              </a:spcBef>
              <a:spcAft>
                <a:spcPts val="0"/>
              </a:spcAft>
              <a:buSzPts val="3600"/>
              <a:buFont typeface="Familjen Grotesk"/>
              <a:buNone/>
              <a:defRPr sz="3600"/>
            </a:lvl2pPr>
            <a:lvl3pPr lvl="2">
              <a:spcBef>
                <a:spcPts val="0"/>
              </a:spcBef>
              <a:spcAft>
                <a:spcPts val="0"/>
              </a:spcAft>
              <a:buSzPts val="3600"/>
              <a:buFont typeface="Familjen Grotesk"/>
              <a:buNone/>
              <a:defRPr sz="3600"/>
            </a:lvl3pPr>
            <a:lvl4pPr lvl="3">
              <a:spcBef>
                <a:spcPts val="0"/>
              </a:spcBef>
              <a:spcAft>
                <a:spcPts val="0"/>
              </a:spcAft>
              <a:buSzPts val="3600"/>
              <a:buFont typeface="Familjen Grotesk"/>
              <a:buNone/>
              <a:defRPr sz="3600"/>
            </a:lvl4pPr>
            <a:lvl5pPr lvl="4">
              <a:spcBef>
                <a:spcPts val="0"/>
              </a:spcBef>
              <a:spcAft>
                <a:spcPts val="0"/>
              </a:spcAft>
              <a:buSzPts val="3600"/>
              <a:buFont typeface="Familjen Grotesk"/>
              <a:buNone/>
              <a:defRPr sz="3600"/>
            </a:lvl5pPr>
            <a:lvl6pPr lvl="5">
              <a:spcBef>
                <a:spcPts val="0"/>
              </a:spcBef>
              <a:spcAft>
                <a:spcPts val="0"/>
              </a:spcAft>
              <a:buSzPts val="3600"/>
              <a:buFont typeface="Familjen Grotesk"/>
              <a:buNone/>
              <a:defRPr sz="3600"/>
            </a:lvl6pPr>
            <a:lvl7pPr lvl="6">
              <a:spcBef>
                <a:spcPts val="0"/>
              </a:spcBef>
              <a:spcAft>
                <a:spcPts val="0"/>
              </a:spcAft>
              <a:buSzPts val="3600"/>
              <a:buFont typeface="Familjen Grotesk"/>
              <a:buNone/>
              <a:defRPr sz="3600"/>
            </a:lvl7pPr>
            <a:lvl8pPr lvl="7">
              <a:spcBef>
                <a:spcPts val="0"/>
              </a:spcBef>
              <a:spcAft>
                <a:spcPts val="0"/>
              </a:spcAft>
              <a:buSzPts val="3600"/>
              <a:buFont typeface="Familjen Grotesk"/>
              <a:buNone/>
              <a:defRPr sz="3600"/>
            </a:lvl8pPr>
            <a:lvl9pPr lvl="8">
              <a:spcBef>
                <a:spcPts val="0"/>
              </a:spcBef>
              <a:spcAft>
                <a:spcPts val="0"/>
              </a:spcAft>
              <a:buSzPts val="3600"/>
              <a:buFont typeface="Familjen Grotesk"/>
              <a:buNone/>
              <a:defRPr sz="3600"/>
            </a:lvl9pPr>
          </a:lstStyle>
          <a:p/>
        </p:txBody>
      </p:sp>
      <p:sp>
        <p:nvSpPr>
          <p:cNvPr id="269" name="Google Shape;269;p42"/>
          <p:cNvSpPr txBox="1"/>
          <p:nvPr>
            <p:ph idx="2" type="subTitle"/>
          </p:nvPr>
        </p:nvSpPr>
        <p:spPr>
          <a:xfrm>
            <a:off x="2014509" y="2802444"/>
            <a:ext cx="1551000" cy="204600"/>
          </a:xfrm>
          <a:prstGeom prst="rect">
            <a:avLst/>
          </a:prstGeom>
        </p:spPr>
        <p:txBody>
          <a:bodyPr anchorCtr="0" anchor="t" bIns="0" lIns="0" spcFirstLastPara="1" rIns="91425" wrap="square" tIns="0">
            <a:noAutofit/>
          </a:bodyPr>
          <a:lstStyle>
            <a:lvl1pPr lvl="0">
              <a:spcBef>
                <a:spcPts val="0"/>
              </a:spcBef>
              <a:spcAft>
                <a:spcPts val="0"/>
              </a:spcAft>
              <a:buSzPts val="900"/>
              <a:buNone/>
              <a:defRPr sz="900"/>
            </a:lvl1pPr>
            <a:lvl2pPr lvl="1">
              <a:spcBef>
                <a:spcPts val="0"/>
              </a:spcBef>
              <a:spcAft>
                <a:spcPts val="0"/>
              </a:spcAft>
              <a:buSzPts val="900"/>
              <a:buFont typeface="Familjen Grotesk"/>
              <a:buNone/>
              <a:defRPr sz="900"/>
            </a:lvl2pPr>
            <a:lvl3pPr lvl="2">
              <a:spcBef>
                <a:spcPts val="0"/>
              </a:spcBef>
              <a:spcAft>
                <a:spcPts val="0"/>
              </a:spcAft>
              <a:buSzPts val="900"/>
              <a:buFont typeface="Familjen Grotesk"/>
              <a:buNone/>
              <a:defRPr sz="900"/>
            </a:lvl3pPr>
            <a:lvl4pPr lvl="3">
              <a:spcBef>
                <a:spcPts val="0"/>
              </a:spcBef>
              <a:spcAft>
                <a:spcPts val="0"/>
              </a:spcAft>
              <a:buSzPts val="900"/>
              <a:buFont typeface="Familjen Grotesk"/>
              <a:buNone/>
              <a:defRPr sz="900"/>
            </a:lvl4pPr>
            <a:lvl5pPr lvl="4">
              <a:spcBef>
                <a:spcPts val="0"/>
              </a:spcBef>
              <a:spcAft>
                <a:spcPts val="0"/>
              </a:spcAft>
              <a:buSzPts val="900"/>
              <a:buFont typeface="Familjen Grotesk"/>
              <a:buNone/>
              <a:defRPr sz="900"/>
            </a:lvl5pPr>
            <a:lvl6pPr lvl="5">
              <a:spcBef>
                <a:spcPts val="0"/>
              </a:spcBef>
              <a:spcAft>
                <a:spcPts val="0"/>
              </a:spcAft>
              <a:buSzPts val="900"/>
              <a:buFont typeface="Familjen Grotesk"/>
              <a:buNone/>
              <a:defRPr sz="900"/>
            </a:lvl6pPr>
            <a:lvl7pPr lvl="6">
              <a:spcBef>
                <a:spcPts val="0"/>
              </a:spcBef>
              <a:spcAft>
                <a:spcPts val="0"/>
              </a:spcAft>
              <a:buSzPts val="900"/>
              <a:buFont typeface="Familjen Grotesk"/>
              <a:buNone/>
              <a:defRPr sz="900"/>
            </a:lvl7pPr>
            <a:lvl8pPr lvl="7">
              <a:spcBef>
                <a:spcPts val="0"/>
              </a:spcBef>
              <a:spcAft>
                <a:spcPts val="0"/>
              </a:spcAft>
              <a:buSzPts val="900"/>
              <a:buFont typeface="Familjen Grotesk"/>
              <a:buNone/>
              <a:defRPr sz="900"/>
            </a:lvl8pPr>
            <a:lvl9pPr lvl="8">
              <a:spcBef>
                <a:spcPts val="0"/>
              </a:spcBef>
              <a:spcAft>
                <a:spcPts val="0"/>
              </a:spcAft>
              <a:buSzPts val="900"/>
              <a:buFont typeface="Familjen Grotesk"/>
              <a:buNone/>
              <a:defRPr sz="900"/>
            </a:lvl9pPr>
          </a:lstStyle>
          <a:p/>
        </p:txBody>
      </p:sp>
      <p:sp>
        <p:nvSpPr>
          <p:cNvPr id="270" name="Google Shape;270;p42"/>
          <p:cNvSpPr txBox="1"/>
          <p:nvPr>
            <p:ph idx="3" type="subTitle"/>
          </p:nvPr>
        </p:nvSpPr>
        <p:spPr>
          <a:xfrm>
            <a:off x="189200" y="2978305"/>
            <a:ext cx="1581900" cy="474900"/>
          </a:xfrm>
          <a:prstGeom prst="rect">
            <a:avLst/>
          </a:prstGeom>
        </p:spPr>
        <p:txBody>
          <a:bodyPr anchorCtr="0" anchor="t" bIns="0" lIns="0" spcFirstLastPara="1" rIns="0" wrap="square" tIns="0">
            <a:noAutofit/>
          </a:bodyPr>
          <a:lstStyle>
            <a:lvl1pPr lvl="0">
              <a:spcBef>
                <a:spcPts val="0"/>
              </a:spcBef>
              <a:spcAft>
                <a:spcPts val="0"/>
              </a:spcAft>
              <a:buSzPts val="3600"/>
              <a:buNone/>
              <a:defRPr/>
            </a:lvl1pPr>
            <a:lvl2pPr lvl="1">
              <a:spcBef>
                <a:spcPts val="0"/>
              </a:spcBef>
              <a:spcAft>
                <a:spcPts val="0"/>
              </a:spcAft>
              <a:buSzPts val="3600"/>
              <a:buFont typeface="Familjen Grotesk"/>
              <a:buNone/>
              <a:defRPr sz="3600"/>
            </a:lvl2pPr>
            <a:lvl3pPr lvl="2">
              <a:spcBef>
                <a:spcPts val="0"/>
              </a:spcBef>
              <a:spcAft>
                <a:spcPts val="0"/>
              </a:spcAft>
              <a:buSzPts val="3600"/>
              <a:buFont typeface="Familjen Grotesk"/>
              <a:buNone/>
              <a:defRPr sz="3600"/>
            </a:lvl3pPr>
            <a:lvl4pPr lvl="3">
              <a:spcBef>
                <a:spcPts val="0"/>
              </a:spcBef>
              <a:spcAft>
                <a:spcPts val="0"/>
              </a:spcAft>
              <a:buSzPts val="3600"/>
              <a:buFont typeface="Familjen Grotesk"/>
              <a:buNone/>
              <a:defRPr sz="3600"/>
            </a:lvl4pPr>
            <a:lvl5pPr lvl="4">
              <a:spcBef>
                <a:spcPts val="0"/>
              </a:spcBef>
              <a:spcAft>
                <a:spcPts val="0"/>
              </a:spcAft>
              <a:buSzPts val="3600"/>
              <a:buFont typeface="Familjen Grotesk"/>
              <a:buNone/>
              <a:defRPr sz="3600"/>
            </a:lvl5pPr>
            <a:lvl6pPr lvl="5">
              <a:spcBef>
                <a:spcPts val="0"/>
              </a:spcBef>
              <a:spcAft>
                <a:spcPts val="0"/>
              </a:spcAft>
              <a:buSzPts val="3600"/>
              <a:buFont typeface="Familjen Grotesk"/>
              <a:buNone/>
              <a:defRPr sz="3600"/>
            </a:lvl6pPr>
            <a:lvl7pPr lvl="6">
              <a:spcBef>
                <a:spcPts val="0"/>
              </a:spcBef>
              <a:spcAft>
                <a:spcPts val="0"/>
              </a:spcAft>
              <a:buSzPts val="3600"/>
              <a:buFont typeface="Familjen Grotesk"/>
              <a:buNone/>
              <a:defRPr sz="3600"/>
            </a:lvl7pPr>
            <a:lvl8pPr lvl="7">
              <a:spcBef>
                <a:spcPts val="0"/>
              </a:spcBef>
              <a:spcAft>
                <a:spcPts val="0"/>
              </a:spcAft>
              <a:buSzPts val="3600"/>
              <a:buFont typeface="Familjen Grotesk"/>
              <a:buNone/>
              <a:defRPr sz="3600"/>
            </a:lvl8pPr>
            <a:lvl9pPr lvl="8">
              <a:spcBef>
                <a:spcPts val="0"/>
              </a:spcBef>
              <a:spcAft>
                <a:spcPts val="0"/>
              </a:spcAft>
              <a:buSzPts val="3600"/>
              <a:buFont typeface="Familjen Grotesk"/>
              <a:buNone/>
              <a:defRPr sz="3600"/>
            </a:lvl9pPr>
          </a:lstStyle>
          <a:p/>
        </p:txBody>
      </p:sp>
      <p:sp>
        <p:nvSpPr>
          <p:cNvPr id="271" name="Google Shape;271;p42"/>
          <p:cNvSpPr txBox="1"/>
          <p:nvPr>
            <p:ph idx="4" type="body"/>
          </p:nvPr>
        </p:nvSpPr>
        <p:spPr>
          <a:xfrm>
            <a:off x="212473" y="1023597"/>
            <a:ext cx="3560400" cy="989700"/>
          </a:xfrm>
          <a:prstGeom prst="rect">
            <a:avLst/>
          </a:prstGeom>
        </p:spPr>
        <p:txBody>
          <a:bodyPr anchorCtr="0" anchor="t" bIns="0" lIns="0" spcFirstLastPara="1" rIns="0"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cxnSp>
        <p:nvCxnSpPr>
          <p:cNvPr id="272" name="Google Shape;272;p42"/>
          <p:cNvCxnSpPr/>
          <p:nvPr/>
        </p:nvCxnSpPr>
        <p:spPr>
          <a:xfrm>
            <a:off x="226950" y="4635025"/>
            <a:ext cx="3426000" cy="0"/>
          </a:xfrm>
          <a:prstGeom prst="straightConnector1">
            <a:avLst/>
          </a:prstGeom>
          <a:noFill/>
          <a:ln cap="flat" cmpd="sng" w="9525">
            <a:solidFill>
              <a:schemeClr val="dk2"/>
            </a:solidFill>
            <a:prstDash val="solid"/>
            <a:round/>
            <a:headEnd len="med" w="med" type="none"/>
            <a:tailEnd len="med" w="med" type="none"/>
          </a:ln>
        </p:spPr>
      </p:cxnSp>
      <p:cxnSp>
        <p:nvCxnSpPr>
          <p:cNvPr id="273" name="Google Shape;273;p42"/>
          <p:cNvCxnSpPr/>
          <p:nvPr/>
        </p:nvCxnSpPr>
        <p:spPr>
          <a:xfrm>
            <a:off x="226950" y="4326850"/>
            <a:ext cx="3426000" cy="0"/>
          </a:xfrm>
          <a:prstGeom prst="straightConnector1">
            <a:avLst/>
          </a:prstGeom>
          <a:noFill/>
          <a:ln cap="flat" cmpd="sng" w="9525">
            <a:solidFill>
              <a:schemeClr val="dk2"/>
            </a:solidFill>
            <a:prstDash val="solid"/>
            <a:round/>
            <a:headEnd len="med" w="med" type="none"/>
            <a:tailEnd len="med" w="med" type="none"/>
          </a:ln>
        </p:spPr>
      </p:cxnSp>
      <p:sp>
        <p:nvSpPr>
          <p:cNvPr id="274" name="Google Shape;274;p42"/>
          <p:cNvSpPr/>
          <p:nvPr/>
        </p:nvSpPr>
        <p:spPr>
          <a:xfrm>
            <a:off x="7308210" y="4181450"/>
            <a:ext cx="1607100" cy="782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275" name="Google Shape;275;p42"/>
          <p:cNvSpPr txBox="1"/>
          <p:nvPr>
            <p:ph idx="5" type="body"/>
          </p:nvPr>
        </p:nvSpPr>
        <p:spPr>
          <a:xfrm>
            <a:off x="7308213" y="4314851"/>
            <a:ext cx="1607100" cy="6465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76" name="Google Shape;276;p42"/>
          <p:cNvSpPr txBox="1"/>
          <p:nvPr>
            <p:ph idx="6" type="subTitle"/>
          </p:nvPr>
        </p:nvSpPr>
        <p:spPr>
          <a:xfrm>
            <a:off x="7308213" y="4203043"/>
            <a:ext cx="1607100" cy="3207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900"/>
              <a:buFont typeface="Familjen Grotesk Medium"/>
              <a:buNone/>
              <a:defRPr sz="900">
                <a:latin typeface="Familjen Grotesk Medium"/>
                <a:ea typeface="Familjen Grotesk Medium"/>
                <a:cs typeface="Familjen Grotesk Medium"/>
                <a:sym typeface="Familjen Grotesk Medium"/>
              </a:defRPr>
            </a:lvl1pPr>
            <a:lvl2pPr lvl="1">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2pPr>
            <a:lvl3pPr lvl="2">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3pPr>
            <a:lvl4pPr lvl="3">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4pPr>
            <a:lvl5pPr lvl="4">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5pPr>
            <a:lvl6pPr lvl="5">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6pPr>
            <a:lvl7pPr lvl="6">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7pPr>
            <a:lvl8pPr lvl="7">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8pPr>
            <a:lvl9pPr lvl="8">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9pPr>
          </a:lstStyle>
          <a:p/>
        </p:txBody>
      </p:sp>
      <p:sp>
        <p:nvSpPr>
          <p:cNvPr id="277" name="Google Shape;277;p42"/>
          <p:cNvSpPr/>
          <p:nvPr/>
        </p:nvSpPr>
        <p:spPr>
          <a:xfrm>
            <a:off x="7308198" y="3325500"/>
            <a:ext cx="1607100" cy="782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278" name="Google Shape;278;p42"/>
          <p:cNvSpPr txBox="1"/>
          <p:nvPr>
            <p:ph idx="7" type="body"/>
          </p:nvPr>
        </p:nvSpPr>
        <p:spPr>
          <a:xfrm>
            <a:off x="7308200" y="3458901"/>
            <a:ext cx="1607100" cy="6465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79" name="Google Shape;279;p42"/>
          <p:cNvSpPr txBox="1"/>
          <p:nvPr>
            <p:ph idx="8" type="subTitle"/>
          </p:nvPr>
        </p:nvSpPr>
        <p:spPr>
          <a:xfrm>
            <a:off x="7308201" y="3347093"/>
            <a:ext cx="1607100" cy="3207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900"/>
              <a:buFont typeface="Familjen Grotesk Medium"/>
              <a:buNone/>
              <a:defRPr sz="900">
                <a:latin typeface="Familjen Grotesk Medium"/>
                <a:ea typeface="Familjen Grotesk Medium"/>
                <a:cs typeface="Familjen Grotesk Medium"/>
                <a:sym typeface="Familjen Grotesk Medium"/>
              </a:defRPr>
            </a:lvl1pPr>
            <a:lvl2pPr lvl="1">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2pPr>
            <a:lvl3pPr lvl="2">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3pPr>
            <a:lvl4pPr lvl="3">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4pPr>
            <a:lvl5pPr lvl="4">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5pPr>
            <a:lvl6pPr lvl="5">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6pPr>
            <a:lvl7pPr lvl="6">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7pPr>
            <a:lvl8pPr lvl="7">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8pPr>
            <a:lvl9pPr lvl="8">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9pPr>
          </a:lstStyle>
          <a:p/>
        </p:txBody>
      </p:sp>
      <p:sp>
        <p:nvSpPr>
          <p:cNvPr id="280" name="Google Shape;280;p42"/>
          <p:cNvSpPr/>
          <p:nvPr/>
        </p:nvSpPr>
        <p:spPr>
          <a:xfrm>
            <a:off x="3959148" y="4181450"/>
            <a:ext cx="1607100" cy="782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281" name="Google Shape;281;p42"/>
          <p:cNvSpPr txBox="1"/>
          <p:nvPr>
            <p:ph idx="9" type="body"/>
          </p:nvPr>
        </p:nvSpPr>
        <p:spPr>
          <a:xfrm>
            <a:off x="3959150" y="4314851"/>
            <a:ext cx="1607100" cy="6465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282" name="Google Shape;282;p42"/>
          <p:cNvSpPr/>
          <p:nvPr/>
        </p:nvSpPr>
        <p:spPr>
          <a:xfrm>
            <a:off x="3959150" y="3325508"/>
            <a:ext cx="1607100" cy="7827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ctr">
              <a:lnSpc>
                <a:spcPct val="80000"/>
              </a:lnSpc>
              <a:spcBef>
                <a:spcPts val="0"/>
              </a:spcBef>
              <a:spcAft>
                <a:spcPts val="0"/>
              </a:spcAft>
              <a:buNone/>
            </a:pPr>
            <a:r>
              <a:t/>
            </a:r>
            <a:endParaRPr sz="3600">
              <a:solidFill>
                <a:schemeClr val="dk1"/>
              </a:solidFill>
              <a:latin typeface="Familjen Grotesk"/>
              <a:ea typeface="Familjen Grotesk"/>
              <a:cs typeface="Familjen Grotesk"/>
              <a:sym typeface="Familjen Grotesk"/>
            </a:endParaRPr>
          </a:p>
        </p:txBody>
      </p:sp>
      <p:sp>
        <p:nvSpPr>
          <p:cNvPr id="283" name="Google Shape;283;p42"/>
          <p:cNvSpPr txBox="1"/>
          <p:nvPr>
            <p:ph idx="13" type="subTitle"/>
          </p:nvPr>
        </p:nvSpPr>
        <p:spPr>
          <a:xfrm>
            <a:off x="3959150" y="3325475"/>
            <a:ext cx="1607100" cy="7827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1400"/>
              <a:buNone/>
              <a:defRPr sz="1400"/>
            </a:lvl1pPr>
            <a:lvl2pPr lvl="1" algn="ctr">
              <a:lnSpc>
                <a:spcPct val="80000"/>
              </a:lnSpc>
              <a:spcBef>
                <a:spcPts val="0"/>
              </a:spcBef>
              <a:spcAft>
                <a:spcPts val="0"/>
              </a:spcAft>
              <a:buSzPts val="1400"/>
              <a:buNone/>
              <a:defRPr/>
            </a:lvl2pPr>
            <a:lvl3pPr lvl="2" algn="ctr">
              <a:lnSpc>
                <a:spcPct val="80000"/>
              </a:lnSpc>
              <a:spcBef>
                <a:spcPts val="0"/>
              </a:spcBef>
              <a:spcAft>
                <a:spcPts val="0"/>
              </a:spcAft>
              <a:buSzPts val="1400"/>
              <a:buNone/>
              <a:defRPr/>
            </a:lvl3pPr>
            <a:lvl4pPr lvl="3" algn="ctr">
              <a:lnSpc>
                <a:spcPct val="80000"/>
              </a:lnSpc>
              <a:spcBef>
                <a:spcPts val="0"/>
              </a:spcBef>
              <a:spcAft>
                <a:spcPts val="0"/>
              </a:spcAft>
              <a:buSzPts val="1400"/>
              <a:buNone/>
              <a:defRPr/>
            </a:lvl4pPr>
            <a:lvl5pPr lvl="4" algn="ctr">
              <a:lnSpc>
                <a:spcPct val="80000"/>
              </a:lnSpc>
              <a:spcBef>
                <a:spcPts val="0"/>
              </a:spcBef>
              <a:spcAft>
                <a:spcPts val="0"/>
              </a:spcAft>
              <a:buSzPts val="1400"/>
              <a:buNone/>
              <a:defRPr/>
            </a:lvl5pPr>
            <a:lvl6pPr lvl="5" algn="ctr">
              <a:lnSpc>
                <a:spcPct val="80000"/>
              </a:lnSpc>
              <a:spcBef>
                <a:spcPts val="0"/>
              </a:spcBef>
              <a:spcAft>
                <a:spcPts val="0"/>
              </a:spcAft>
              <a:buSzPts val="1400"/>
              <a:buNone/>
              <a:defRPr/>
            </a:lvl6pPr>
            <a:lvl7pPr lvl="6" algn="ctr">
              <a:lnSpc>
                <a:spcPct val="80000"/>
              </a:lnSpc>
              <a:spcBef>
                <a:spcPts val="0"/>
              </a:spcBef>
              <a:spcAft>
                <a:spcPts val="0"/>
              </a:spcAft>
              <a:buSzPts val="1400"/>
              <a:buNone/>
              <a:defRPr/>
            </a:lvl7pPr>
            <a:lvl8pPr lvl="7" algn="ctr">
              <a:lnSpc>
                <a:spcPct val="80000"/>
              </a:lnSpc>
              <a:spcBef>
                <a:spcPts val="0"/>
              </a:spcBef>
              <a:spcAft>
                <a:spcPts val="0"/>
              </a:spcAft>
              <a:buSzPts val="1400"/>
              <a:buNone/>
              <a:defRPr/>
            </a:lvl8pPr>
            <a:lvl9pPr lvl="8" algn="ctr">
              <a:lnSpc>
                <a:spcPct val="80000"/>
              </a:lnSpc>
              <a:spcBef>
                <a:spcPts val="0"/>
              </a:spcBef>
              <a:spcAft>
                <a:spcPts val="0"/>
              </a:spcAft>
              <a:buSzPts val="1400"/>
              <a:buNone/>
              <a:defRPr/>
            </a:lvl9pPr>
          </a:lstStyle>
          <a:p/>
        </p:txBody>
      </p:sp>
      <p:sp>
        <p:nvSpPr>
          <p:cNvPr id="284" name="Google Shape;284;p42"/>
          <p:cNvSpPr txBox="1"/>
          <p:nvPr>
            <p:ph idx="14"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285" name="Google Shape;285;p42"/>
          <p:cNvSpPr txBox="1"/>
          <p:nvPr>
            <p:ph idx="15"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286" name="Google Shape;286;p42"/>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287" name="Google Shape;287;p42"/>
          <p:cNvSpPr txBox="1"/>
          <p:nvPr>
            <p:ph type="title"/>
          </p:nvPr>
        </p:nvSpPr>
        <p:spPr>
          <a:xfrm>
            <a:off x="73152" y="335300"/>
            <a:ext cx="88848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accent2"/>
              </a:buClr>
              <a:buSzPts val="5400"/>
              <a:buNone/>
              <a:defRPr sz="5400">
                <a:solidFill>
                  <a:schemeClr val="accent2"/>
                </a:solidFill>
              </a:defRPr>
            </a:lvl1pPr>
            <a:lvl2pPr lvl="1">
              <a:lnSpc>
                <a:spcPct val="65000"/>
              </a:lnSpc>
              <a:spcBef>
                <a:spcPts val="0"/>
              </a:spcBef>
              <a:spcAft>
                <a:spcPts val="0"/>
              </a:spcAft>
              <a:buClr>
                <a:schemeClr val="accent2"/>
              </a:buClr>
              <a:buSzPts val="5400"/>
              <a:buNone/>
              <a:defRPr sz="5400">
                <a:solidFill>
                  <a:schemeClr val="accent2"/>
                </a:solidFill>
              </a:defRPr>
            </a:lvl2pPr>
            <a:lvl3pPr lvl="2">
              <a:lnSpc>
                <a:spcPct val="65000"/>
              </a:lnSpc>
              <a:spcBef>
                <a:spcPts val="0"/>
              </a:spcBef>
              <a:spcAft>
                <a:spcPts val="0"/>
              </a:spcAft>
              <a:buClr>
                <a:schemeClr val="accent2"/>
              </a:buClr>
              <a:buSzPts val="5400"/>
              <a:buNone/>
              <a:defRPr sz="5400">
                <a:solidFill>
                  <a:schemeClr val="accent2"/>
                </a:solidFill>
              </a:defRPr>
            </a:lvl3pPr>
            <a:lvl4pPr lvl="3">
              <a:lnSpc>
                <a:spcPct val="65000"/>
              </a:lnSpc>
              <a:spcBef>
                <a:spcPts val="0"/>
              </a:spcBef>
              <a:spcAft>
                <a:spcPts val="0"/>
              </a:spcAft>
              <a:buClr>
                <a:schemeClr val="accent2"/>
              </a:buClr>
              <a:buSzPts val="5400"/>
              <a:buNone/>
              <a:defRPr sz="5400">
                <a:solidFill>
                  <a:schemeClr val="accent2"/>
                </a:solidFill>
              </a:defRPr>
            </a:lvl4pPr>
            <a:lvl5pPr lvl="4">
              <a:lnSpc>
                <a:spcPct val="65000"/>
              </a:lnSpc>
              <a:spcBef>
                <a:spcPts val="0"/>
              </a:spcBef>
              <a:spcAft>
                <a:spcPts val="0"/>
              </a:spcAft>
              <a:buClr>
                <a:schemeClr val="accent2"/>
              </a:buClr>
              <a:buSzPts val="5400"/>
              <a:buNone/>
              <a:defRPr sz="5400">
                <a:solidFill>
                  <a:schemeClr val="accent2"/>
                </a:solidFill>
              </a:defRPr>
            </a:lvl5pPr>
            <a:lvl6pPr lvl="5">
              <a:lnSpc>
                <a:spcPct val="65000"/>
              </a:lnSpc>
              <a:spcBef>
                <a:spcPts val="0"/>
              </a:spcBef>
              <a:spcAft>
                <a:spcPts val="0"/>
              </a:spcAft>
              <a:buClr>
                <a:schemeClr val="accent2"/>
              </a:buClr>
              <a:buSzPts val="5400"/>
              <a:buNone/>
              <a:defRPr sz="5400">
                <a:solidFill>
                  <a:schemeClr val="accent2"/>
                </a:solidFill>
              </a:defRPr>
            </a:lvl6pPr>
            <a:lvl7pPr lvl="6">
              <a:lnSpc>
                <a:spcPct val="65000"/>
              </a:lnSpc>
              <a:spcBef>
                <a:spcPts val="0"/>
              </a:spcBef>
              <a:spcAft>
                <a:spcPts val="0"/>
              </a:spcAft>
              <a:buClr>
                <a:schemeClr val="accent2"/>
              </a:buClr>
              <a:buSzPts val="5400"/>
              <a:buNone/>
              <a:defRPr sz="5400">
                <a:solidFill>
                  <a:schemeClr val="accent2"/>
                </a:solidFill>
              </a:defRPr>
            </a:lvl7pPr>
            <a:lvl8pPr lvl="7">
              <a:lnSpc>
                <a:spcPct val="65000"/>
              </a:lnSpc>
              <a:spcBef>
                <a:spcPts val="0"/>
              </a:spcBef>
              <a:spcAft>
                <a:spcPts val="0"/>
              </a:spcAft>
              <a:buClr>
                <a:schemeClr val="accent2"/>
              </a:buClr>
              <a:buSzPts val="5400"/>
              <a:buNone/>
              <a:defRPr sz="5400">
                <a:solidFill>
                  <a:schemeClr val="accent2"/>
                </a:solidFill>
              </a:defRPr>
            </a:lvl8pPr>
            <a:lvl9pPr lvl="8">
              <a:lnSpc>
                <a:spcPct val="65000"/>
              </a:lnSpc>
              <a:spcBef>
                <a:spcPts val="0"/>
              </a:spcBef>
              <a:spcAft>
                <a:spcPts val="0"/>
              </a:spcAft>
              <a:buClr>
                <a:schemeClr val="accent2"/>
              </a:buClr>
              <a:buSzPts val="5400"/>
              <a:buNone/>
              <a:defRPr sz="5400">
                <a:solidFill>
                  <a:schemeClr val="accent2"/>
                </a:solidFill>
              </a:defRPr>
            </a:lvl9pPr>
          </a:lstStyle>
          <a:p/>
        </p:txBody>
      </p:sp>
      <p:cxnSp>
        <p:nvCxnSpPr>
          <p:cNvPr id="288" name="Google Shape;288;p42"/>
          <p:cNvCxnSpPr/>
          <p:nvPr/>
        </p:nvCxnSpPr>
        <p:spPr>
          <a:xfrm>
            <a:off x="3952400" y="1193550"/>
            <a:ext cx="0" cy="769800"/>
          </a:xfrm>
          <a:prstGeom prst="straightConnector1">
            <a:avLst/>
          </a:prstGeom>
          <a:noFill/>
          <a:ln cap="flat" cmpd="sng" w="9525">
            <a:solidFill>
              <a:schemeClr val="dk2"/>
            </a:solidFill>
            <a:prstDash val="solid"/>
            <a:round/>
            <a:headEnd len="med" w="med" type="none"/>
            <a:tailEnd len="med" w="med" type="none"/>
          </a:ln>
        </p:spPr>
      </p:cxnSp>
      <p:cxnSp>
        <p:nvCxnSpPr>
          <p:cNvPr id="289" name="Google Shape;289;p42"/>
          <p:cNvCxnSpPr/>
          <p:nvPr/>
        </p:nvCxnSpPr>
        <p:spPr>
          <a:xfrm>
            <a:off x="5070844" y="1193550"/>
            <a:ext cx="0" cy="769800"/>
          </a:xfrm>
          <a:prstGeom prst="straightConnector1">
            <a:avLst/>
          </a:prstGeom>
          <a:noFill/>
          <a:ln cap="flat" cmpd="sng" w="9525">
            <a:solidFill>
              <a:schemeClr val="dk2"/>
            </a:solidFill>
            <a:prstDash val="solid"/>
            <a:round/>
            <a:headEnd len="med" w="med" type="none"/>
            <a:tailEnd len="med" w="med" type="none"/>
          </a:ln>
        </p:spPr>
      </p:cxnSp>
      <p:cxnSp>
        <p:nvCxnSpPr>
          <p:cNvPr id="290" name="Google Shape;290;p42"/>
          <p:cNvCxnSpPr/>
          <p:nvPr/>
        </p:nvCxnSpPr>
        <p:spPr>
          <a:xfrm>
            <a:off x="6189289" y="1193550"/>
            <a:ext cx="0" cy="769800"/>
          </a:xfrm>
          <a:prstGeom prst="straightConnector1">
            <a:avLst/>
          </a:prstGeom>
          <a:noFill/>
          <a:ln cap="flat" cmpd="sng" w="9525">
            <a:solidFill>
              <a:schemeClr val="dk2"/>
            </a:solidFill>
            <a:prstDash val="solid"/>
            <a:round/>
            <a:headEnd len="med" w="med" type="none"/>
            <a:tailEnd len="med" w="med" type="none"/>
          </a:ln>
        </p:spPr>
      </p:cxnSp>
      <p:cxnSp>
        <p:nvCxnSpPr>
          <p:cNvPr id="291" name="Google Shape;291;p42"/>
          <p:cNvCxnSpPr/>
          <p:nvPr/>
        </p:nvCxnSpPr>
        <p:spPr>
          <a:xfrm>
            <a:off x="7307733" y="1193550"/>
            <a:ext cx="0" cy="769800"/>
          </a:xfrm>
          <a:prstGeom prst="straightConnector1">
            <a:avLst/>
          </a:prstGeom>
          <a:noFill/>
          <a:ln cap="flat" cmpd="sng" w="9525">
            <a:solidFill>
              <a:schemeClr val="dk2"/>
            </a:solidFill>
            <a:prstDash val="solid"/>
            <a:round/>
            <a:headEnd len="med" w="med" type="none"/>
            <a:tailEnd len="med" w="med" type="none"/>
          </a:ln>
        </p:spPr>
      </p:cxnSp>
      <p:cxnSp>
        <p:nvCxnSpPr>
          <p:cNvPr id="292" name="Google Shape;292;p42"/>
          <p:cNvCxnSpPr/>
          <p:nvPr/>
        </p:nvCxnSpPr>
        <p:spPr>
          <a:xfrm>
            <a:off x="8426178" y="1193550"/>
            <a:ext cx="0" cy="769800"/>
          </a:xfrm>
          <a:prstGeom prst="straightConnector1">
            <a:avLst/>
          </a:prstGeom>
          <a:noFill/>
          <a:ln cap="flat" cmpd="sng" w="9525">
            <a:solidFill>
              <a:schemeClr val="dk2"/>
            </a:solidFill>
            <a:prstDash val="solid"/>
            <a:round/>
            <a:headEnd len="med" w="med" type="none"/>
            <a:tailEnd len="med" w="med" type="none"/>
          </a:ln>
        </p:spPr>
      </p:cxnSp>
      <p:cxnSp>
        <p:nvCxnSpPr>
          <p:cNvPr id="293" name="Google Shape;293;p42"/>
          <p:cNvCxnSpPr/>
          <p:nvPr/>
        </p:nvCxnSpPr>
        <p:spPr>
          <a:xfrm>
            <a:off x="4511622" y="1193550"/>
            <a:ext cx="0" cy="769800"/>
          </a:xfrm>
          <a:prstGeom prst="straightConnector1">
            <a:avLst/>
          </a:prstGeom>
          <a:noFill/>
          <a:ln cap="flat" cmpd="sng" w="9525">
            <a:solidFill>
              <a:schemeClr val="dk2"/>
            </a:solidFill>
            <a:prstDash val="solid"/>
            <a:round/>
            <a:headEnd len="med" w="med" type="none"/>
            <a:tailEnd len="med" w="med" type="none"/>
          </a:ln>
        </p:spPr>
      </p:cxnSp>
      <p:cxnSp>
        <p:nvCxnSpPr>
          <p:cNvPr id="294" name="Google Shape;294;p42"/>
          <p:cNvCxnSpPr/>
          <p:nvPr/>
        </p:nvCxnSpPr>
        <p:spPr>
          <a:xfrm>
            <a:off x="5630067" y="1193550"/>
            <a:ext cx="0" cy="769800"/>
          </a:xfrm>
          <a:prstGeom prst="straightConnector1">
            <a:avLst/>
          </a:prstGeom>
          <a:noFill/>
          <a:ln cap="flat" cmpd="sng" w="9525">
            <a:solidFill>
              <a:schemeClr val="dk2"/>
            </a:solidFill>
            <a:prstDash val="solid"/>
            <a:round/>
            <a:headEnd len="med" w="med" type="none"/>
            <a:tailEnd len="med" w="med" type="none"/>
          </a:ln>
        </p:spPr>
      </p:cxnSp>
      <p:cxnSp>
        <p:nvCxnSpPr>
          <p:cNvPr id="295" name="Google Shape;295;p42"/>
          <p:cNvCxnSpPr/>
          <p:nvPr/>
        </p:nvCxnSpPr>
        <p:spPr>
          <a:xfrm>
            <a:off x="6748511" y="1193550"/>
            <a:ext cx="0" cy="769800"/>
          </a:xfrm>
          <a:prstGeom prst="straightConnector1">
            <a:avLst/>
          </a:prstGeom>
          <a:noFill/>
          <a:ln cap="flat" cmpd="sng" w="9525">
            <a:solidFill>
              <a:schemeClr val="dk2"/>
            </a:solidFill>
            <a:prstDash val="solid"/>
            <a:round/>
            <a:headEnd len="med" w="med" type="none"/>
            <a:tailEnd len="med" w="med" type="none"/>
          </a:ln>
        </p:spPr>
      </p:cxnSp>
      <p:cxnSp>
        <p:nvCxnSpPr>
          <p:cNvPr id="296" name="Google Shape;296;p42"/>
          <p:cNvCxnSpPr/>
          <p:nvPr/>
        </p:nvCxnSpPr>
        <p:spPr>
          <a:xfrm>
            <a:off x="7866956" y="1193550"/>
            <a:ext cx="0" cy="769800"/>
          </a:xfrm>
          <a:prstGeom prst="straightConnector1">
            <a:avLst/>
          </a:prstGeom>
          <a:noFill/>
          <a:ln cap="flat" cmpd="sng" w="9525">
            <a:solidFill>
              <a:schemeClr val="dk2"/>
            </a:solidFill>
            <a:prstDash val="solid"/>
            <a:round/>
            <a:headEnd len="med" w="med" type="none"/>
            <a:tailEnd len="med" w="med" type="none"/>
          </a:ln>
        </p:spPr>
      </p:cxnSp>
      <p:cxnSp>
        <p:nvCxnSpPr>
          <p:cNvPr id="297" name="Google Shape;297;p42"/>
          <p:cNvCxnSpPr/>
          <p:nvPr/>
        </p:nvCxnSpPr>
        <p:spPr>
          <a:xfrm>
            <a:off x="8985400" y="1193550"/>
            <a:ext cx="0" cy="769800"/>
          </a:xfrm>
          <a:prstGeom prst="straightConnector1">
            <a:avLst/>
          </a:prstGeom>
          <a:noFill/>
          <a:ln cap="flat" cmpd="sng" w="9525">
            <a:solidFill>
              <a:schemeClr val="dk2"/>
            </a:solidFill>
            <a:prstDash val="solid"/>
            <a:round/>
            <a:headEnd len="med" w="med" type="none"/>
            <a:tailEnd len="med" w="med" type="none"/>
          </a:ln>
        </p:spPr>
      </p:cxnSp>
      <p:cxnSp>
        <p:nvCxnSpPr>
          <p:cNvPr id="298" name="Google Shape;298;p42"/>
          <p:cNvCxnSpPr/>
          <p:nvPr/>
        </p:nvCxnSpPr>
        <p:spPr>
          <a:xfrm>
            <a:off x="719400" y="4125475"/>
            <a:ext cx="0" cy="838800"/>
          </a:xfrm>
          <a:prstGeom prst="straightConnector1">
            <a:avLst/>
          </a:prstGeom>
          <a:noFill/>
          <a:ln cap="flat" cmpd="sng" w="9525">
            <a:solidFill>
              <a:schemeClr val="dk2"/>
            </a:solidFill>
            <a:prstDash val="solid"/>
            <a:round/>
            <a:headEnd len="med" w="med" type="none"/>
            <a:tailEnd len="med" w="med" type="none"/>
          </a:ln>
        </p:spPr>
      </p:cxnSp>
      <p:cxnSp>
        <p:nvCxnSpPr>
          <p:cNvPr id="299" name="Google Shape;299;p42"/>
          <p:cNvCxnSpPr/>
          <p:nvPr/>
        </p:nvCxnSpPr>
        <p:spPr>
          <a:xfrm>
            <a:off x="1208760" y="4125475"/>
            <a:ext cx="0" cy="838800"/>
          </a:xfrm>
          <a:prstGeom prst="straightConnector1">
            <a:avLst/>
          </a:prstGeom>
          <a:noFill/>
          <a:ln cap="flat" cmpd="sng" w="9525">
            <a:solidFill>
              <a:schemeClr val="dk2"/>
            </a:solidFill>
            <a:prstDash val="solid"/>
            <a:round/>
            <a:headEnd len="med" w="med" type="none"/>
            <a:tailEnd len="med" w="med" type="none"/>
          </a:ln>
        </p:spPr>
      </p:cxnSp>
      <p:cxnSp>
        <p:nvCxnSpPr>
          <p:cNvPr id="300" name="Google Shape;300;p42"/>
          <p:cNvCxnSpPr/>
          <p:nvPr/>
        </p:nvCxnSpPr>
        <p:spPr>
          <a:xfrm>
            <a:off x="1698120" y="4125475"/>
            <a:ext cx="0" cy="838800"/>
          </a:xfrm>
          <a:prstGeom prst="straightConnector1">
            <a:avLst/>
          </a:prstGeom>
          <a:noFill/>
          <a:ln cap="flat" cmpd="sng" w="9525">
            <a:solidFill>
              <a:schemeClr val="dk2"/>
            </a:solidFill>
            <a:prstDash val="solid"/>
            <a:round/>
            <a:headEnd len="med" w="med" type="none"/>
            <a:tailEnd len="med" w="med" type="none"/>
          </a:ln>
        </p:spPr>
      </p:cxnSp>
      <p:cxnSp>
        <p:nvCxnSpPr>
          <p:cNvPr id="301" name="Google Shape;301;p42"/>
          <p:cNvCxnSpPr/>
          <p:nvPr/>
        </p:nvCxnSpPr>
        <p:spPr>
          <a:xfrm>
            <a:off x="2187480" y="4125475"/>
            <a:ext cx="0" cy="838800"/>
          </a:xfrm>
          <a:prstGeom prst="straightConnector1">
            <a:avLst/>
          </a:prstGeom>
          <a:noFill/>
          <a:ln cap="flat" cmpd="sng" w="9525">
            <a:solidFill>
              <a:schemeClr val="dk2"/>
            </a:solidFill>
            <a:prstDash val="solid"/>
            <a:round/>
            <a:headEnd len="med" w="med" type="none"/>
            <a:tailEnd len="med" w="med" type="none"/>
          </a:ln>
        </p:spPr>
      </p:cxnSp>
      <p:sp>
        <p:nvSpPr>
          <p:cNvPr id="302" name="Google Shape;302;p42"/>
          <p:cNvSpPr/>
          <p:nvPr/>
        </p:nvSpPr>
        <p:spPr>
          <a:xfrm>
            <a:off x="229843" y="4125475"/>
            <a:ext cx="3425935" cy="838687"/>
          </a:xfrm>
          <a:custGeom>
            <a:rect b="b" l="l" r="r" t="t"/>
            <a:pathLst>
              <a:path extrusionOk="0" h="148178" w="347018">
                <a:moveTo>
                  <a:pt x="0" y="0"/>
                </a:moveTo>
                <a:lnTo>
                  <a:pt x="0" y="148178"/>
                </a:lnTo>
                <a:lnTo>
                  <a:pt x="347018" y="148178"/>
                </a:lnTo>
              </a:path>
            </a:pathLst>
          </a:custGeom>
          <a:noFill/>
          <a:ln cap="flat" cmpd="sng" w="9525">
            <a:solidFill>
              <a:schemeClr val="accent2"/>
            </a:solidFill>
            <a:prstDash val="solid"/>
            <a:round/>
            <a:headEnd len="med" w="med" type="none"/>
            <a:tailEnd len="med" w="med" type="none"/>
          </a:ln>
        </p:spPr>
      </p:sp>
      <p:cxnSp>
        <p:nvCxnSpPr>
          <p:cNvPr id="303" name="Google Shape;303;p42"/>
          <p:cNvCxnSpPr/>
          <p:nvPr/>
        </p:nvCxnSpPr>
        <p:spPr>
          <a:xfrm>
            <a:off x="2676840" y="4125475"/>
            <a:ext cx="0" cy="838800"/>
          </a:xfrm>
          <a:prstGeom prst="straightConnector1">
            <a:avLst/>
          </a:prstGeom>
          <a:noFill/>
          <a:ln cap="flat" cmpd="sng" w="9525">
            <a:solidFill>
              <a:schemeClr val="dk2"/>
            </a:solidFill>
            <a:prstDash val="solid"/>
            <a:round/>
            <a:headEnd len="med" w="med" type="none"/>
            <a:tailEnd len="med" w="med" type="none"/>
          </a:ln>
        </p:spPr>
      </p:cxnSp>
      <p:cxnSp>
        <p:nvCxnSpPr>
          <p:cNvPr id="304" name="Google Shape;304;p42"/>
          <p:cNvCxnSpPr/>
          <p:nvPr/>
        </p:nvCxnSpPr>
        <p:spPr>
          <a:xfrm>
            <a:off x="3166200" y="4125475"/>
            <a:ext cx="0" cy="838800"/>
          </a:xfrm>
          <a:prstGeom prst="straightConnector1">
            <a:avLst/>
          </a:prstGeom>
          <a:noFill/>
          <a:ln cap="flat" cmpd="sng" w="9525">
            <a:solidFill>
              <a:schemeClr val="dk2"/>
            </a:solidFill>
            <a:prstDash val="solid"/>
            <a:round/>
            <a:headEnd len="med" w="med" type="none"/>
            <a:tailEnd len="med" w="med" type="none"/>
          </a:ln>
        </p:spPr>
      </p:cxnSp>
      <p:sp>
        <p:nvSpPr>
          <p:cNvPr id="305" name="Google Shape;305;p42"/>
          <p:cNvSpPr/>
          <p:nvPr/>
        </p:nvSpPr>
        <p:spPr>
          <a:xfrm>
            <a:off x="5633673" y="3325500"/>
            <a:ext cx="1607100" cy="782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306" name="Google Shape;306;p42"/>
          <p:cNvSpPr txBox="1"/>
          <p:nvPr>
            <p:ph idx="16" type="body"/>
          </p:nvPr>
        </p:nvSpPr>
        <p:spPr>
          <a:xfrm>
            <a:off x="5633675" y="3458901"/>
            <a:ext cx="1607100" cy="6465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307" name="Google Shape;307;p42"/>
          <p:cNvSpPr txBox="1"/>
          <p:nvPr>
            <p:ph idx="17" type="subTitle"/>
          </p:nvPr>
        </p:nvSpPr>
        <p:spPr>
          <a:xfrm>
            <a:off x="3959151" y="4203043"/>
            <a:ext cx="1607100" cy="3207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900"/>
              <a:buFont typeface="Familjen Grotesk Medium"/>
              <a:buNone/>
              <a:defRPr sz="900">
                <a:latin typeface="Familjen Grotesk Medium"/>
                <a:ea typeface="Familjen Grotesk Medium"/>
                <a:cs typeface="Familjen Grotesk Medium"/>
                <a:sym typeface="Familjen Grotesk Medium"/>
              </a:defRPr>
            </a:lvl1pPr>
            <a:lvl2pPr lvl="1">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2pPr>
            <a:lvl3pPr lvl="2">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3pPr>
            <a:lvl4pPr lvl="3">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4pPr>
            <a:lvl5pPr lvl="4">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5pPr>
            <a:lvl6pPr lvl="5">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6pPr>
            <a:lvl7pPr lvl="6">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7pPr>
            <a:lvl8pPr lvl="7">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8pPr>
            <a:lvl9pPr lvl="8">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9pPr>
          </a:lstStyle>
          <a:p/>
        </p:txBody>
      </p:sp>
      <p:sp>
        <p:nvSpPr>
          <p:cNvPr id="308" name="Google Shape;308;p42"/>
          <p:cNvSpPr txBox="1"/>
          <p:nvPr>
            <p:ph idx="18" type="subTitle"/>
          </p:nvPr>
        </p:nvSpPr>
        <p:spPr>
          <a:xfrm>
            <a:off x="5633676" y="3347093"/>
            <a:ext cx="1607100" cy="3207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900"/>
              <a:buFont typeface="Familjen Grotesk Medium"/>
              <a:buNone/>
              <a:defRPr sz="900">
                <a:latin typeface="Familjen Grotesk Medium"/>
                <a:ea typeface="Familjen Grotesk Medium"/>
                <a:cs typeface="Familjen Grotesk Medium"/>
                <a:sym typeface="Familjen Grotesk Medium"/>
              </a:defRPr>
            </a:lvl1pPr>
            <a:lvl2pPr lvl="1">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2pPr>
            <a:lvl3pPr lvl="2">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3pPr>
            <a:lvl4pPr lvl="3">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4pPr>
            <a:lvl5pPr lvl="4">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5pPr>
            <a:lvl6pPr lvl="5">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6pPr>
            <a:lvl7pPr lvl="6">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7pPr>
            <a:lvl8pPr lvl="7">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8pPr>
            <a:lvl9pPr lvl="8">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9pPr>
          </a:lstStyle>
          <a:p/>
        </p:txBody>
      </p:sp>
      <p:sp>
        <p:nvSpPr>
          <p:cNvPr id="309" name="Google Shape;309;p42"/>
          <p:cNvSpPr/>
          <p:nvPr/>
        </p:nvSpPr>
        <p:spPr>
          <a:xfrm>
            <a:off x="5633660" y="4181450"/>
            <a:ext cx="1607100" cy="782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310" name="Google Shape;310;p42"/>
          <p:cNvSpPr txBox="1"/>
          <p:nvPr>
            <p:ph idx="19" type="body"/>
          </p:nvPr>
        </p:nvSpPr>
        <p:spPr>
          <a:xfrm>
            <a:off x="5633663" y="4314851"/>
            <a:ext cx="1607100" cy="646500"/>
          </a:xfrm>
          <a:prstGeom prst="rect">
            <a:avLst/>
          </a:prstGeom>
        </p:spPr>
        <p:txBody>
          <a:bodyPr anchorCtr="0" anchor="t" bIns="91425" lIns="91425"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311" name="Google Shape;311;p42"/>
          <p:cNvSpPr txBox="1"/>
          <p:nvPr>
            <p:ph idx="20" type="subTitle"/>
          </p:nvPr>
        </p:nvSpPr>
        <p:spPr>
          <a:xfrm>
            <a:off x="5633663" y="4203043"/>
            <a:ext cx="1607100" cy="320700"/>
          </a:xfrm>
          <a:prstGeom prst="rect">
            <a:avLst/>
          </a:prstGeom>
        </p:spPr>
        <p:txBody>
          <a:bodyPr anchorCtr="0" anchor="t" bIns="91425" lIns="91425" spcFirstLastPara="1" rIns="91425" wrap="square" tIns="91425">
            <a:noAutofit/>
          </a:bodyPr>
          <a:lstStyle>
            <a:lvl1pPr lvl="0">
              <a:lnSpc>
                <a:spcPct val="80000"/>
              </a:lnSpc>
              <a:spcBef>
                <a:spcPts val="0"/>
              </a:spcBef>
              <a:spcAft>
                <a:spcPts val="0"/>
              </a:spcAft>
              <a:buSzPts val="900"/>
              <a:buFont typeface="Familjen Grotesk Medium"/>
              <a:buNone/>
              <a:defRPr sz="900">
                <a:latin typeface="Familjen Grotesk Medium"/>
                <a:ea typeface="Familjen Grotesk Medium"/>
                <a:cs typeface="Familjen Grotesk Medium"/>
                <a:sym typeface="Familjen Grotesk Medium"/>
              </a:defRPr>
            </a:lvl1pPr>
            <a:lvl2pPr lvl="1">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2pPr>
            <a:lvl3pPr lvl="2">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3pPr>
            <a:lvl4pPr lvl="3">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4pPr>
            <a:lvl5pPr lvl="4">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5pPr>
            <a:lvl6pPr lvl="5">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6pPr>
            <a:lvl7pPr lvl="6">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7pPr>
            <a:lvl8pPr lvl="7">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8pPr>
            <a:lvl9pPr lvl="8">
              <a:lnSpc>
                <a:spcPct val="80000"/>
              </a:lnSpc>
              <a:spcBef>
                <a:spcPts val="0"/>
              </a:spcBef>
              <a:spcAft>
                <a:spcPts val="0"/>
              </a:spcAft>
              <a:buSzPts val="1400"/>
              <a:buFont typeface="Familjen Grotesk Medium"/>
              <a:buNone/>
              <a:defRPr>
                <a:latin typeface="Familjen Grotesk Medium"/>
                <a:ea typeface="Familjen Grotesk Medium"/>
                <a:cs typeface="Familjen Grotesk Medium"/>
                <a:sym typeface="Familjen Grotesk Medium"/>
              </a:defRPr>
            </a:lvl9pPr>
          </a:lstStyle>
          <a:p/>
        </p:txBody>
      </p:sp>
      <p:sp>
        <p:nvSpPr>
          <p:cNvPr id="312" name="Google Shape;312;p42"/>
          <p:cNvSpPr txBox="1"/>
          <p:nvPr>
            <p:ph idx="21" type="subTitle"/>
          </p:nvPr>
        </p:nvSpPr>
        <p:spPr>
          <a:xfrm>
            <a:off x="3933400"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SzPts val="900"/>
              <a:buFont typeface="Familjen Grotesk"/>
              <a:buNone/>
              <a:defRPr sz="900"/>
            </a:lvl2pPr>
            <a:lvl3pPr lvl="2">
              <a:spcBef>
                <a:spcPts val="0"/>
              </a:spcBef>
              <a:spcAft>
                <a:spcPts val="0"/>
              </a:spcAft>
              <a:buSzPts val="900"/>
              <a:buFont typeface="Familjen Grotesk"/>
              <a:buNone/>
              <a:defRPr sz="900"/>
            </a:lvl3pPr>
            <a:lvl4pPr lvl="3">
              <a:spcBef>
                <a:spcPts val="0"/>
              </a:spcBef>
              <a:spcAft>
                <a:spcPts val="0"/>
              </a:spcAft>
              <a:buSzPts val="900"/>
              <a:buFont typeface="Familjen Grotesk"/>
              <a:buNone/>
              <a:defRPr sz="900"/>
            </a:lvl4pPr>
            <a:lvl5pPr lvl="4">
              <a:spcBef>
                <a:spcPts val="0"/>
              </a:spcBef>
              <a:spcAft>
                <a:spcPts val="0"/>
              </a:spcAft>
              <a:buSzPts val="900"/>
              <a:buFont typeface="Familjen Grotesk"/>
              <a:buNone/>
              <a:defRPr sz="900"/>
            </a:lvl5pPr>
            <a:lvl6pPr lvl="5">
              <a:spcBef>
                <a:spcPts val="0"/>
              </a:spcBef>
              <a:spcAft>
                <a:spcPts val="0"/>
              </a:spcAft>
              <a:buSzPts val="900"/>
              <a:buFont typeface="Familjen Grotesk"/>
              <a:buNone/>
              <a:defRPr sz="900"/>
            </a:lvl6pPr>
            <a:lvl7pPr lvl="6">
              <a:spcBef>
                <a:spcPts val="0"/>
              </a:spcBef>
              <a:spcAft>
                <a:spcPts val="0"/>
              </a:spcAft>
              <a:buSzPts val="900"/>
              <a:buFont typeface="Familjen Grotesk"/>
              <a:buNone/>
              <a:defRPr sz="900"/>
            </a:lvl7pPr>
            <a:lvl8pPr lvl="7">
              <a:spcBef>
                <a:spcPts val="0"/>
              </a:spcBef>
              <a:spcAft>
                <a:spcPts val="0"/>
              </a:spcAft>
              <a:buSzPts val="900"/>
              <a:buFont typeface="Familjen Grotesk"/>
              <a:buNone/>
              <a:defRPr sz="900"/>
            </a:lvl8pPr>
            <a:lvl9pPr lvl="8">
              <a:spcBef>
                <a:spcPts val="0"/>
              </a:spcBef>
              <a:spcAft>
                <a:spcPts val="0"/>
              </a:spcAft>
              <a:buSzPts val="900"/>
              <a:buFont typeface="Familjen Grotesk"/>
              <a:buNone/>
              <a:defRPr sz="900"/>
            </a:lvl9pPr>
          </a:lstStyle>
          <a:p/>
        </p:txBody>
      </p:sp>
      <p:sp>
        <p:nvSpPr>
          <p:cNvPr id="313" name="Google Shape;313;p42"/>
          <p:cNvSpPr txBox="1"/>
          <p:nvPr>
            <p:ph idx="22" type="subTitle"/>
          </p:nvPr>
        </p:nvSpPr>
        <p:spPr>
          <a:xfrm>
            <a:off x="5052000"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SzPts val="900"/>
              <a:buFont typeface="Familjen Grotesk"/>
              <a:buNone/>
              <a:defRPr sz="900"/>
            </a:lvl2pPr>
            <a:lvl3pPr lvl="2">
              <a:spcBef>
                <a:spcPts val="0"/>
              </a:spcBef>
              <a:spcAft>
                <a:spcPts val="0"/>
              </a:spcAft>
              <a:buSzPts val="900"/>
              <a:buFont typeface="Familjen Grotesk"/>
              <a:buNone/>
              <a:defRPr sz="900"/>
            </a:lvl3pPr>
            <a:lvl4pPr lvl="3">
              <a:spcBef>
                <a:spcPts val="0"/>
              </a:spcBef>
              <a:spcAft>
                <a:spcPts val="0"/>
              </a:spcAft>
              <a:buSzPts val="900"/>
              <a:buFont typeface="Familjen Grotesk"/>
              <a:buNone/>
              <a:defRPr sz="900"/>
            </a:lvl4pPr>
            <a:lvl5pPr lvl="4">
              <a:spcBef>
                <a:spcPts val="0"/>
              </a:spcBef>
              <a:spcAft>
                <a:spcPts val="0"/>
              </a:spcAft>
              <a:buSzPts val="900"/>
              <a:buFont typeface="Familjen Grotesk"/>
              <a:buNone/>
              <a:defRPr sz="900"/>
            </a:lvl5pPr>
            <a:lvl6pPr lvl="5">
              <a:spcBef>
                <a:spcPts val="0"/>
              </a:spcBef>
              <a:spcAft>
                <a:spcPts val="0"/>
              </a:spcAft>
              <a:buSzPts val="900"/>
              <a:buFont typeface="Familjen Grotesk"/>
              <a:buNone/>
              <a:defRPr sz="900"/>
            </a:lvl6pPr>
            <a:lvl7pPr lvl="6">
              <a:spcBef>
                <a:spcPts val="0"/>
              </a:spcBef>
              <a:spcAft>
                <a:spcPts val="0"/>
              </a:spcAft>
              <a:buSzPts val="900"/>
              <a:buFont typeface="Familjen Grotesk"/>
              <a:buNone/>
              <a:defRPr sz="900"/>
            </a:lvl7pPr>
            <a:lvl8pPr lvl="7">
              <a:spcBef>
                <a:spcPts val="0"/>
              </a:spcBef>
              <a:spcAft>
                <a:spcPts val="0"/>
              </a:spcAft>
              <a:buSzPts val="900"/>
              <a:buFont typeface="Familjen Grotesk"/>
              <a:buNone/>
              <a:defRPr sz="900"/>
            </a:lvl8pPr>
            <a:lvl9pPr lvl="8">
              <a:spcBef>
                <a:spcPts val="0"/>
              </a:spcBef>
              <a:spcAft>
                <a:spcPts val="0"/>
              </a:spcAft>
              <a:buSzPts val="900"/>
              <a:buFont typeface="Familjen Grotesk"/>
              <a:buNone/>
              <a:defRPr sz="900"/>
            </a:lvl9pPr>
          </a:lstStyle>
          <a:p/>
        </p:txBody>
      </p:sp>
      <p:sp>
        <p:nvSpPr>
          <p:cNvPr id="314" name="Google Shape;314;p42"/>
          <p:cNvSpPr txBox="1"/>
          <p:nvPr>
            <p:ph idx="23" type="subTitle"/>
          </p:nvPr>
        </p:nvSpPr>
        <p:spPr>
          <a:xfrm>
            <a:off x="7288862"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SzPts val="900"/>
              <a:buFont typeface="Familjen Grotesk"/>
              <a:buNone/>
              <a:defRPr sz="900"/>
            </a:lvl2pPr>
            <a:lvl3pPr lvl="2">
              <a:spcBef>
                <a:spcPts val="0"/>
              </a:spcBef>
              <a:spcAft>
                <a:spcPts val="0"/>
              </a:spcAft>
              <a:buSzPts val="900"/>
              <a:buFont typeface="Familjen Grotesk"/>
              <a:buNone/>
              <a:defRPr sz="900"/>
            </a:lvl3pPr>
            <a:lvl4pPr lvl="3">
              <a:spcBef>
                <a:spcPts val="0"/>
              </a:spcBef>
              <a:spcAft>
                <a:spcPts val="0"/>
              </a:spcAft>
              <a:buSzPts val="900"/>
              <a:buFont typeface="Familjen Grotesk"/>
              <a:buNone/>
              <a:defRPr sz="900"/>
            </a:lvl4pPr>
            <a:lvl5pPr lvl="4">
              <a:spcBef>
                <a:spcPts val="0"/>
              </a:spcBef>
              <a:spcAft>
                <a:spcPts val="0"/>
              </a:spcAft>
              <a:buSzPts val="900"/>
              <a:buFont typeface="Familjen Grotesk"/>
              <a:buNone/>
              <a:defRPr sz="900"/>
            </a:lvl5pPr>
            <a:lvl6pPr lvl="5">
              <a:spcBef>
                <a:spcPts val="0"/>
              </a:spcBef>
              <a:spcAft>
                <a:spcPts val="0"/>
              </a:spcAft>
              <a:buSzPts val="900"/>
              <a:buFont typeface="Familjen Grotesk"/>
              <a:buNone/>
              <a:defRPr sz="900"/>
            </a:lvl6pPr>
            <a:lvl7pPr lvl="6">
              <a:spcBef>
                <a:spcPts val="0"/>
              </a:spcBef>
              <a:spcAft>
                <a:spcPts val="0"/>
              </a:spcAft>
              <a:buSzPts val="900"/>
              <a:buFont typeface="Familjen Grotesk"/>
              <a:buNone/>
              <a:defRPr sz="900"/>
            </a:lvl7pPr>
            <a:lvl8pPr lvl="7">
              <a:spcBef>
                <a:spcPts val="0"/>
              </a:spcBef>
              <a:spcAft>
                <a:spcPts val="0"/>
              </a:spcAft>
              <a:buSzPts val="900"/>
              <a:buFont typeface="Familjen Grotesk"/>
              <a:buNone/>
              <a:defRPr sz="900"/>
            </a:lvl8pPr>
            <a:lvl9pPr lvl="8">
              <a:spcBef>
                <a:spcPts val="0"/>
              </a:spcBef>
              <a:spcAft>
                <a:spcPts val="0"/>
              </a:spcAft>
              <a:buSzPts val="900"/>
              <a:buFont typeface="Familjen Grotesk"/>
              <a:buNone/>
              <a:defRPr sz="900"/>
            </a:lvl9pPr>
          </a:lstStyle>
          <a:p/>
        </p:txBody>
      </p:sp>
      <p:sp>
        <p:nvSpPr>
          <p:cNvPr id="315" name="Google Shape;315;p42"/>
          <p:cNvSpPr txBox="1"/>
          <p:nvPr>
            <p:ph idx="24" type="subTitle"/>
          </p:nvPr>
        </p:nvSpPr>
        <p:spPr>
          <a:xfrm>
            <a:off x="8407312"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SzPts val="900"/>
              <a:buFont typeface="Familjen Grotesk"/>
              <a:buNone/>
              <a:defRPr sz="900"/>
            </a:lvl2pPr>
            <a:lvl3pPr lvl="2">
              <a:spcBef>
                <a:spcPts val="0"/>
              </a:spcBef>
              <a:spcAft>
                <a:spcPts val="0"/>
              </a:spcAft>
              <a:buSzPts val="900"/>
              <a:buFont typeface="Familjen Grotesk"/>
              <a:buNone/>
              <a:defRPr sz="900"/>
            </a:lvl3pPr>
            <a:lvl4pPr lvl="3">
              <a:spcBef>
                <a:spcPts val="0"/>
              </a:spcBef>
              <a:spcAft>
                <a:spcPts val="0"/>
              </a:spcAft>
              <a:buSzPts val="900"/>
              <a:buFont typeface="Familjen Grotesk"/>
              <a:buNone/>
              <a:defRPr sz="900"/>
            </a:lvl4pPr>
            <a:lvl5pPr lvl="4">
              <a:spcBef>
                <a:spcPts val="0"/>
              </a:spcBef>
              <a:spcAft>
                <a:spcPts val="0"/>
              </a:spcAft>
              <a:buSzPts val="900"/>
              <a:buFont typeface="Familjen Grotesk"/>
              <a:buNone/>
              <a:defRPr sz="900"/>
            </a:lvl5pPr>
            <a:lvl6pPr lvl="5">
              <a:spcBef>
                <a:spcPts val="0"/>
              </a:spcBef>
              <a:spcAft>
                <a:spcPts val="0"/>
              </a:spcAft>
              <a:buSzPts val="900"/>
              <a:buFont typeface="Familjen Grotesk"/>
              <a:buNone/>
              <a:defRPr sz="900"/>
            </a:lvl6pPr>
            <a:lvl7pPr lvl="6">
              <a:spcBef>
                <a:spcPts val="0"/>
              </a:spcBef>
              <a:spcAft>
                <a:spcPts val="0"/>
              </a:spcAft>
              <a:buSzPts val="900"/>
              <a:buFont typeface="Familjen Grotesk"/>
              <a:buNone/>
              <a:defRPr sz="900"/>
            </a:lvl7pPr>
            <a:lvl8pPr lvl="7">
              <a:spcBef>
                <a:spcPts val="0"/>
              </a:spcBef>
              <a:spcAft>
                <a:spcPts val="0"/>
              </a:spcAft>
              <a:buSzPts val="900"/>
              <a:buFont typeface="Familjen Grotesk"/>
              <a:buNone/>
              <a:defRPr sz="900"/>
            </a:lvl8pPr>
            <a:lvl9pPr lvl="8">
              <a:spcBef>
                <a:spcPts val="0"/>
              </a:spcBef>
              <a:spcAft>
                <a:spcPts val="0"/>
              </a:spcAft>
              <a:buSzPts val="900"/>
              <a:buFont typeface="Familjen Grotesk"/>
              <a:buNone/>
              <a:defRPr sz="900"/>
            </a:lvl9pPr>
          </a:lstStyle>
          <a:p/>
        </p:txBody>
      </p:sp>
      <p:sp>
        <p:nvSpPr>
          <p:cNvPr id="316" name="Google Shape;316;p42"/>
          <p:cNvSpPr txBox="1"/>
          <p:nvPr>
            <p:ph idx="25" type="subTitle"/>
          </p:nvPr>
        </p:nvSpPr>
        <p:spPr>
          <a:xfrm>
            <a:off x="6170412"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SzPts val="900"/>
              <a:buFont typeface="Familjen Grotesk"/>
              <a:buNone/>
              <a:defRPr sz="900"/>
            </a:lvl2pPr>
            <a:lvl3pPr lvl="2">
              <a:spcBef>
                <a:spcPts val="0"/>
              </a:spcBef>
              <a:spcAft>
                <a:spcPts val="0"/>
              </a:spcAft>
              <a:buSzPts val="900"/>
              <a:buFont typeface="Familjen Grotesk"/>
              <a:buNone/>
              <a:defRPr sz="900"/>
            </a:lvl3pPr>
            <a:lvl4pPr lvl="3">
              <a:spcBef>
                <a:spcPts val="0"/>
              </a:spcBef>
              <a:spcAft>
                <a:spcPts val="0"/>
              </a:spcAft>
              <a:buSzPts val="900"/>
              <a:buFont typeface="Familjen Grotesk"/>
              <a:buNone/>
              <a:defRPr sz="900"/>
            </a:lvl4pPr>
            <a:lvl5pPr lvl="4">
              <a:spcBef>
                <a:spcPts val="0"/>
              </a:spcBef>
              <a:spcAft>
                <a:spcPts val="0"/>
              </a:spcAft>
              <a:buSzPts val="900"/>
              <a:buFont typeface="Familjen Grotesk"/>
              <a:buNone/>
              <a:defRPr sz="900"/>
            </a:lvl5pPr>
            <a:lvl6pPr lvl="5">
              <a:spcBef>
                <a:spcPts val="0"/>
              </a:spcBef>
              <a:spcAft>
                <a:spcPts val="0"/>
              </a:spcAft>
              <a:buSzPts val="900"/>
              <a:buFont typeface="Familjen Grotesk"/>
              <a:buNone/>
              <a:defRPr sz="900"/>
            </a:lvl6pPr>
            <a:lvl7pPr lvl="6">
              <a:spcBef>
                <a:spcPts val="0"/>
              </a:spcBef>
              <a:spcAft>
                <a:spcPts val="0"/>
              </a:spcAft>
              <a:buSzPts val="900"/>
              <a:buFont typeface="Familjen Grotesk"/>
              <a:buNone/>
              <a:defRPr sz="900"/>
            </a:lvl7pPr>
            <a:lvl8pPr lvl="7">
              <a:spcBef>
                <a:spcPts val="0"/>
              </a:spcBef>
              <a:spcAft>
                <a:spcPts val="0"/>
              </a:spcAft>
              <a:buSzPts val="900"/>
              <a:buFont typeface="Familjen Grotesk"/>
              <a:buNone/>
              <a:defRPr sz="900"/>
            </a:lvl8pPr>
            <a:lvl9pPr lvl="8">
              <a:spcBef>
                <a:spcPts val="0"/>
              </a:spcBef>
              <a:spcAft>
                <a:spcPts val="0"/>
              </a:spcAft>
              <a:buSzPts val="900"/>
              <a:buFont typeface="Familjen Grotesk"/>
              <a:buNone/>
              <a:defRPr sz="900"/>
            </a:lvl9pPr>
          </a:lstStyle>
          <a:p/>
        </p:txBody>
      </p:sp>
      <p:sp>
        <p:nvSpPr>
          <p:cNvPr id="317" name="Google Shape;317;p42"/>
          <p:cNvSpPr txBox="1"/>
          <p:nvPr>
            <p:ph idx="26" type="subTitle"/>
          </p:nvPr>
        </p:nvSpPr>
        <p:spPr>
          <a:xfrm>
            <a:off x="3946300" y="2211525"/>
            <a:ext cx="1589400" cy="461700"/>
          </a:xfrm>
          <a:prstGeom prst="rect">
            <a:avLst/>
          </a:prstGeom>
        </p:spPr>
        <p:txBody>
          <a:bodyPr anchorCtr="0" anchor="t" bIns="0" lIns="0" spcFirstLastPara="1" rIns="91425"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18" name="Google Shape;318;p42"/>
          <p:cNvSpPr txBox="1"/>
          <p:nvPr>
            <p:ph idx="27" type="subTitle"/>
          </p:nvPr>
        </p:nvSpPr>
        <p:spPr>
          <a:xfrm>
            <a:off x="5619200" y="2211513"/>
            <a:ext cx="1589400" cy="461700"/>
          </a:xfrm>
          <a:prstGeom prst="rect">
            <a:avLst/>
          </a:prstGeom>
        </p:spPr>
        <p:txBody>
          <a:bodyPr anchorCtr="0" anchor="t" bIns="0" lIns="0" spcFirstLastPara="1" rIns="91425"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19" name="Google Shape;319;p42"/>
          <p:cNvSpPr txBox="1"/>
          <p:nvPr>
            <p:ph idx="28" type="subTitle"/>
          </p:nvPr>
        </p:nvSpPr>
        <p:spPr>
          <a:xfrm>
            <a:off x="7302800" y="2211513"/>
            <a:ext cx="1589400" cy="461700"/>
          </a:xfrm>
          <a:prstGeom prst="rect">
            <a:avLst/>
          </a:prstGeom>
        </p:spPr>
        <p:txBody>
          <a:bodyPr anchorCtr="0" anchor="t" bIns="0" lIns="0" spcFirstLastPara="1" rIns="91425"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20" name="Google Shape;320;p42"/>
          <p:cNvSpPr txBox="1"/>
          <p:nvPr>
            <p:ph idx="29" type="subTitle"/>
          </p:nvPr>
        </p:nvSpPr>
        <p:spPr>
          <a:xfrm>
            <a:off x="5625300" y="1997479"/>
            <a:ext cx="1590600" cy="304800"/>
          </a:xfrm>
          <a:prstGeom prst="rect">
            <a:avLst/>
          </a:prstGeom>
        </p:spPr>
        <p:txBody>
          <a:bodyPr anchorCtr="0" anchor="t" bIns="0" lIns="0" spcFirstLastPara="1" rIns="0" wrap="square" tIns="0">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1" name="Google Shape;321;p42"/>
          <p:cNvSpPr txBox="1"/>
          <p:nvPr>
            <p:ph idx="30" type="subTitle"/>
          </p:nvPr>
        </p:nvSpPr>
        <p:spPr>
          <a:xfrm>
            <a:off x="7298200" y="1997467"/>
            <a:ext cx="1590600" cy="304800"/>
          </a:xfrm>
          <a:prstGeom prst="rect">
            <a:avLst/>
          </a:prstGeom>
        </p:spPr>
        <p:txBody>
          <a:bodyPr anchorCtr="0" anchor="t" bIns="0" lIns="0" spcFirstLastPara="1" rIns="0" wrap="square" tIns="0">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2" name="Google Shape;322;p42"/>
          <p:cNvSpPr txBox="1"/>
          <p:nvPr>
            <p:ph idx="31" type="subTitle"/>
          </p:nvPr>
        </p:nvSpPr>
        <p:spPr>
          <a:xfrm>
            <a:off x="3952400" y="1997479"/>
            <a:ext cx="1590600" cy="304800"/>
          </a:xfrm>
          <a:prstGeom prst="rect">
            <a:avLst/>
          </a:prstGeom>
        </p:spPr>
        <p:txBody>
          <a:bodyPr anchorCtr="0" anchor="t" bIns="0" lIns="0" spcFirstLastPara="1" rIns="0" wrap="square" tIns="0">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3" name="Google Shape;323;p42"/>
          <p:cNvSpPr txBox="1"/>
          <p:nvPr>
            <p:ph idx="32" type="subTitle"/>
          </p:nvPr>
        </p:nvSpPr>
        <p:spPr>
          <a:xfrm>
            <a:off x="3939000" y="2797425"/>
            <a:ext cx="4968900" cy="304800"/>
          </a:xfrm>
          <a:prstGeom prst="rect">
            <a:avLst/>
          </a:prstGeom>
        </p:spPr>
        <p:txBody>
          <a:bodyPr anchorCtr="0" anchor="t" bIns="0" lIns="0" spcFirstLastPara="1" rIns="0" wrap="square" tIns="0">
            <a:noAutofit/>
          </a:bodyPr>
          <a:lstStyle>
            <a:lvl1pPr lvl="0">
              <a:spcBef>
                <a:spcPts val="0"/>
              </a:spcBef>
              <a:spcAft>
                <a:spcPts val="0"/>
              </a:spcAft>
              <a:buSzPts val="1800"/>
              <a:buNone/>
              <a:defRPr b="1" sz="1800"/>
            </a:lvl1pPr>
            <a:lvl2pPr lvl="1">
              <a:spcBef>
                <a:spcPts val="0"/>
              </a:spcBef>
              <a:spcAft>
                <a:spcPts val="0"/>
              </a:spcAft>
              <a:buSzPts val="1800"/>
              <a:buFont typeface="Familjen Grotesk"/>
              <a:buNone/>
              <a:defRPr b="1" sz="1800"/>
            </a:lvl2pPr>
            <a:lvl3pPr lvl="2">
              <a:spcBef>
                <a:spcPts val="0"/>
              </a:spcBef>
              <a:spcAft>
                <a:spcPts val="0"/>
              </a:spcAft>
              <a:buSzPts val="1800"/>
              <a:buFont typeface="Familjen Grotesk"/>
              <a:buNone/>
              <a:defRPr b="1" sz="1800"/>
            </a:lvl3pPr>
            <a:lvl4pPr lvl="3">
              <a:spcBef>
                <a:spcPts val="0"/>
              </a:spcBef>
              <a:spcAft>
                <a:spcPts val="0"/>
              </a:spcAft>
              <a:buSzPts val="1800"/>
              <a:buFont typeface="Familjen Grotesk"/>
              <a:buNone/>
              <a:defRPr b="1" sz="1800"/>
            </a:lvl4pPr>
            <a:lvl5pPr lvl="4">
              <a:spcBef>
                <a:spcPts val="0"/>
              </a:spcBef>
              <a:spcAft>
                <a:spcPts val="0"/>
              </a:spcAft>
              <a:buSzPts val="1800"/>
              <a:buFont typeface="Familjen Grotesk"/>
              <a:buNone/>
              <a:defRPr b="1" sz="1800"/>
            </a:lvl5pPr>
            <a:lvl6pPr lvl="5">
              <a:spcBef>
                <a:spcPts val="0"/>
              </a:spcBef>
              <a:spcAft>
                <a:spcPts val="0"/>
              </a:spcAft>
              <a:buSzPts val="1800"/>
              <a:buFont typeface="Familjen Grotesk"/>
              <a:buNone/>
              <a:defRPr b="1" sz="1800"/>
            </a:lvl6pPr>
            <a:lvl7pPr lvl="6">
              <a:spcBef>
                <a:spcPts val="0"/>
              </a:spcBef>
              <a:spcAft>
                <a:spcPts val="0"/>
              </a:spcAft>
              <a:buSzPts val="1800"/>
              <a:buFont typeface="Familjen Grotesk"/>
              <a:buNone/>
              <a:defRPr b="1" sz="1800"/>
            </a:lvl7pPr>
            <a:lvl8pPr lvl="7">
              <a:spcBef>
                <a:spcPts val="0"/>
              </a:spcBef>
              <a:spcAft>
                <a:spcPts val="0"/>
              </a:spcAft>
              <a:buSzPts val="1800"/>
              <a:buFont typeface="Familjen Grotesk"/>
              <a:buNone/>
              <a:defRPr b="1" sz="1800"/>
            </a:lvl8pPr>
            <a:lvl9pPr lvl="8">
              <a:spcBef>
                <a:spcPts val="0"/>
              </a:spcBef>
              <a:spcAft>
                <a:spcPts val="0"/>
              </a:spcAft>
              <a:buSzPts val="1800"/>
              <a:buFont typeface="Familjen Grotesk"/>
              <a:buNone/>
              <a:defRPr b="1" sz="1800"/>
            </a:lvl9pPr>
          </a:lstStyle>
          <a:p/>
        </p:txBody>
      </p:sp>
      <p:sp>
        <p:nvSpPr>
          <p:cNvPr id="324" name="Google Shape;324;p42"/>
          <p:cNvSpPr txBox="1"/>
          <p:nvPr>
            <p:ph idx="33" type="subTitle"/>
          </p:nvPr>
        </p:nvSpPr>
        <p:spPr>
          <a:xfrm>
            <a:off x="3946300" y="3070150"/>
            <a:ext cx="4968900" cy="204600"/>
          </a:xfrm>
          <a:prstGeom prst="rect">
            <a:avLst/>
          </a:prstGeom>
        </p:spPr>
        <p:txBody>
          <a:bodyPr anchorCtr="0" anchor="t" bIns="0" lIns="0" spcFirstLastPara="1" rIns="91425" wrap="square" tIns="0">
            <a:noAutofit/>
          </a:bodyPr>
          <a:lstStyle>
            <a:lvl1pPr lvl="0">
              <a:spcBef>
                <a:spcPts val="0"/>
              </a:spcBef>
              <a:spcAft>
                <a:spcPts val="0"/>
              </a:spcAft>
              <a:buSzPts val="900"/>
              <a:buNone/>
              <a:defRPr sz="900"/>
            </a:lvl1pPr>
            <a:lvl2pPr lvl="1">
              <a:spcBef>
                <a:spcPts val="0"/>
              </a:spcBef>
              <a:spcAft>
                <a:spcPts val="0"/>
              </a:spcAft>
              <a:buSzPts val="900"/>
              <a:buNone/>
              <a:defRPr sz="900"/>
            </a:lvl2pPr>
            <a:lvl3pPr lvl="2">
              <a:spcBef>
                <a:spcPts val="0"/>
              </a:spcBef>
              <a:spcAft>
                <a:spcPts val="0"/>
              </a:spcAft>
              <a:buSzPts val="900"/>
              <a:buNone/>
              <a:defRPr sz="900"/>
            </a:lvl3pPr>
            <a:lvl4pPr lvl="3">
              <a:spcBef>
                <a:spcPts val="0"/>
              </a:spcBef>
              <a:spcAft>
                <a:spcPts val="0"/>
              </a:spcAft>
              <a:buSzPts val="900"/>
              <a:buNone/>
              <a:defRPr sz="900"/>
            </a:lvl4pPr>
            <a:lvl5pPr lvl="4">
              <a:spcBef>
                <a:spcPts val="0"/>
              </a:spcBef>
              <a:spcAft>
                <a:spcPts val="0"/>
              </a:spcAft>
              <a:buSzPts val="900"/>
              <a:buNone/>
              <a:defRPr sz="900"/>
            </a:lvl5pPr>
            <a:lvl6pPr lvl="5">
              <a:spcBef>
                <a:spcPts val="0"/>
              </a:spcBef>
              <a:spcAft>
                <a:spcPts val="0"/>
              </a:spcAft>
              <a:buSzPts val="900"/>
              <a:buNone/>
              <a:defRPr sz="900"/>
            </a:lvl6pPr>
            <a:lvl7pPr lvl="6">
              <a:spcBef>
                <a:spcPts val="0"/>
              </a:spcBef>
              <a:spcAft>
                <a:spcPts val="0"/>
              </a:spcAft>
              <a:buSzPts val="900"/>
              <a:buNone/>
              <a:defRPr sz="900"/>
            </a:lvl7pPr>
            <a:lvl8pPr lvl="7">
              <a:spcBef>
                <a:spcPts val="0"/>
              </a:spcBef>
              <a:spcAft>
                <a:spcPts val="0"/>
              </a:spcAft>
              <a:buSzPts val="900"/>
              <a:buNone/>
              <a:defRPr sz="900"/>
            </a:lvl8pPr>
            <a:lvl9pPr lvl="8">
              <a:spcBef>
                <a:spcPts val="0"/>
              </a:spcBef>
              <a:spcAft>
                <a:spcPts val="0"/>
              </a:spcAft>
              <a:buSzPts val="900"/>
              <a:buNone/>
              <a:defRPr sz="900"/>
            </a:lvl9pPr>
          </a:lstStyle>
          <a:p/>
        </p:txBody>
      </p:sp>
      <p:sp>
        <p:nvSpPr>
          <p:cNvPr id="325" name="Google Shape;325;p42"/>
          <p:cNvSpPr txBox="1"/>
          <p:nvPr>
            <p:ph idx="34" type="subTitle"/>
          </p:nvPr>
        </p:nvSpPr>
        <p:spPr>
          <a:xfrm>
            <a:off x="220150" y="3826873"/>
            <a:ext cx="3426000" cy="304800"/>
          </a:xfrm>
          <a:prstGeom prst="rect">
            <a:avLst/>
          </a:prstGeom>
        </p:spPr>
        <p:txBody>
          <a:bodyPr anchorCtr="0" anchor="t" bIns="0" lIns="0" spcFirstLastPara="1" rIns="0" wrap="square" tIns="0">
            <a:noAutofit/>
          </a:bodyPr>
          <a:lstStyle>
            <a:lvl1pPr lvl="0">
              <a:spcBef>
                <a:spcPts val="0"/>
              </a:spcBef>
              <a:spcAft>
                <a:spcPts val="0"/>
              </a:spcAft>
              <a:buSzPts val="1800"/>
              <a:buNone/>
              <a:defRPr b="1" sz="1800"/>
            </a:lvl1pPr>
            <a:lvl2pPr lvl="1">
              <a:spcBef>
                <a:spcPts val="0"/>
              </a:spcBef>
              <a:spcAft>
                <a:spcPts val="0"/>
              </a:spcAft>
              <a:buSzPts val="1800"/>
              <a:buFont typeface="Familjen Grotesk"/>
              <a:buNone/>
              <a:defRPr b="1" sz="1800"/>
            </a:lvl2pPr>
            <a:lvl3pPr lvl="2">
              <a:spcBef>
                <a:spcPts val="0"/>
              </a:spcBef>
              <a:spcAft>
                <a:spcPts val="0"/>
              </a:spcAft>
              <a:buSzPts val="1800"/>
              <a:buFont typeface="Familjen Grotesk"/>
              <a:buNone/>
              <a:defRPr b="1" sz="1800"/>
            </a:lvl3pPr>
            <a:lvl4pPr lvl="3">
              <a:spcBef>
                <a:spcPts val="0"/>
              </a:spcBef>
              <a:spcAft>
                <a:spcPts val="0"/>
              </a:spcAft>
              <a:buSzPts val="1800"/>
              <a:buFont typeface="Familjen Grotesk"/>
              <a:buNone/>
              <a:defRPr b="1" sz="1800"/>
            </a:lvl4pPr>
            <a:lvl5pPr lvl="4">
              <a:spcBef>
                <a:spcPts val="0"/>
              </a:spcBef>
              <a:spcAft>
                <a:spcPts val="0"/>
              </a:spcAft>
              <a:buSzPts val="1800"/>
              <a:buFont typeface="Familjen Grotesk"/>
              <a:buNone/>
              <a:defRPr b="1" sz="1800"/>
            </a:lvl5pPr>
            <a:lvl6pPr lvl="5">
              <a:spcBef>
                <a:spcPts val="0"/>
              </a:spcBef>
              <a:spcAft>
                <a:spcPts val="0"/>
              </a:spcAft>
              <a:buSzPts val="1800"/>
              <a:buFont typeface="Familjen Grotesk"/>
              <a:buNone/>
              <a:defRPr b="1" sz="1800"/>
            </a:lvl6pPr>
            <a:lvl7pPr lvl="6">
              <a:spcBef>
                <a:spcPts val="0"/>
              </a:spcBef>
              <a:spcAft>
                <a:spcPts val="0"/>
              </a:spcAft>
              <a:buSzPts val="1800"/>
              <a:buFont typeface="Familjen Grotesk"/>
              <a:buNone/>
              <a:defRPr b="1" sz="1800"/>
            </a:lvl7pPr>
            <a:lvl8pPr lvl="7">
              <a:spcBef>
                <a:spcPts val="0"/>
              </a:spcBef>
              <a:spcAft>
                <a:spcPts val="0"/>
              </a:spcAft>
              <a:buSzPts val="1800"/>
              <a:buFont typeface="Familjen Grotesk"/>
              <a:buNone/>
              <a:defRPr b="1" sz="1800"/>
            </a:lvl8pPr>
            <a:lvl9pPr lvl="8">
              <a:spcBef>
                <a:spcPts val="0"/>
              </a:spcBef>
              <a:spcAft>
                <a:spcPts val="0"/>
              </a:spcAft>
              <a:buSzPts val="1800"/>
              <a:buFont typeface="Familjen Grotesk"/>
              <a:buNone/>
              <a:defRPr b="1" sz="1800"/>
            </a:lvl9pPr>
          </a:lstStyle>
          <a:p/>
        </p:txBody>
      </p:sp>
      <p:sp>
        <p:nvSpPr>
          <p:cNvPr id="326" name="Google Shape;326;p42"/>
          <p:cNvSpPr txBox="1"/>
          <p:nvPr>
            <p:ph idx="35" type="subTitle"/>
          </p:nvPr>
        </p:nvSpPr>
        <p:spPr>
          <a:xfrm>
            <a:off x="218299" y="3457711"/>
            <a:ext cx="1551000" cy="204600"/>
          </a:xfrm>
          <a:prstGeom prst="rect">
            <a:avLst/>
          </a:prstGeom>
        </p:spPr>
        <p:txBody>
          <a:bodyPr anchorCtr="0" anchor="t" bIns="0" lIns="0" spcFirstLastPara="1" rIns="91425" wrap="square" tIns="0">
            <a:noAutofit/>
          </a:bodyPr>
          <a:lstStyle>
            <a:lvl1pPr lvl="0">
              <a:spcBef>
                <a:spcPts val="0"/>
              </a:spcBef>
              <a:spcAft>
                <a:spcPts val="0"/>
              </a:spcAft>
              <a:buSzPts val="900"/>
              <a:buNone/>
              <a:defRPr sz="900"/>
            </a:lvl1pPr>
            <a:lvl2pPr lvl="1">
              <a:spcBef>
                <a:spcPts val="0"/>
              </a:spcBef>
              <a:spcAft>
                <a:spcPts val="0"/>
              </a:spcAft>
              <a:buSzPts val="900"/>
              <a:buFont typeface="Familjen Grotesk"/>
              <a:buNone/>
              <a:defRPr sz="900"/>
            </a:lvl2pPr>
            <a:lvl3pPr lvl="2">
              <a:spcBef>
                <a:spcPts val="0"/>
              </a:spcBef>
              <a:spcAft>
                <a:spcPts val="0"/>
              </a:spcAft>
              <a:buSzPts val="900"/>
              <a:buFont typeface="Familjen Grotesk"/>
              <a:buNone/>
              <a:defRPr sz="900"/>
            </a:lvl3pPr>
            <a:lvl4pPr lvl="3">
              <a:spcBef>
                <a:spcPts val="0"/>
              </a:spcBef>
              <a:spcAft>
                <a:spcPts val="0"/>
              </a:spcAft>
              <a:buSzPts val="900"/>
              <a:buFont typeface="Familjen Grotesk"/>
              <a:buNone/>
              <a:defRPr sz="900"/>
            </a:lvl4pPr>
            <a:lvl5pPr lvl="4">
              <a:spcBef>
                <a:spcPts val="0"/>
              </a:spcBef>
              <a:spcAft>
                <a:spcPts val="0"/>
              </a:spcAft>
              <a:buSzPts val="900"/>
              <a:buFont typeface="Familjen Grotesk"/>
              <a:buNone/>
              <a:defRPr sz="900"/>
            </a:lvl5pPr>
            <a:lvl6pPr lvl="5">
              <a:spcBef>
                <a:spcPts val="0"/>
              </a:spcBef>
              <a:spcAft>
                <a:spcPts val="0"/>
              </a:spcAft>
              <a:buSzPts val="900"/>
              <a:buFont typeface="Familjen Grotesk"/>
              <a:buNone/>
              <a:defRPr sz="900"/>
            </a:lvl6pPr>
            <a:lvl7pPr lvl="6">
              <a:spcBef>
                <a:spcPts val="0"/>
              </a:spcBef>
              <a:spcAft>
                <a:spcPts val="0"/>
              </a:spcAft>
              <a:buSzPts val="900"/>
              <a:buFont typeface="Familjen Grotesk"/>
              <a:buNone/>
              <a:defRPr sz="900"/>
            </a:lvl7pPr>
            <a:lvl8pPr lvl="7">
              <a:spcBef>
                <a:spcPts val="0"/>
              </a:spcBef>
              <a:spcAft>
                <a:spcPts val="0"/>
              </a:spcAft>
              <a:buSzPts val="900"/>
              <a:buFont typeface="Familjen Grotesk"/>
              <a:buNone/>
              <a:defRPr sz="900"/>
            </a:lvl8pPr>
            <a:lvl9pPr lvl="8">
              <a:spcBef>
                <a:spcPts val="0"/>
              </a:spcBef>
              <a:spcAft>
                <a:spcPts val="0"/>
              </a:spcAft>
              <a:buSzPts val="900"/>
              <a:buFont typeface="Familjen Grotesk"/>
              <a:buNone/>
              <a:defRPr sz="900"/>
            </a:lvl9pPr>
          </a:lstStyle>
          <a:p/>
        </p:txBody>
      </p:sp>
      <p:sp>
        <p:nvSpPr>
          <p:cNvPr id="327" name="Google Shape;327;p42"/>
          <p:cNvSpPr txBox="1"/>
          <p:nvPr>
            <p:ph idx="36" type="subTitle"/>
          </p:nvPr>
        </p:nvSpPr>
        <p:spPr>
          <a:xfrm>
            <a:off x="189200" y="2323038"/>
            <a:ext cx="1581900" cy="474900"/>
          </a:xfrm>
          <a:prstGeom prst="rect">
            <a:avLst/>
          </a:prstGeom>
        </p:spPr>
        <p:txBody>
          <a:bodyPr anchorCtr="0" anchor="t" bIns="0" lIns="0" spcFirstLastPara="1" rIns="0" wrap="square" tIns="0">
            <a:noAutofit/>
          </a:bodyPr>
          <a:lstStyle>
            <a:lvl1pPr lvl="0">
              <a:spcBef>
                <a:spcPts val="0"/>
              </a:spcBef>
              <a:spcAft>
                <a:spcPts val="0"/>
              </a:spcAft>
              <a:buSzPts val="3600"/>
              <a:buNone/>
              <a:defRPr/>
            </a:lvl1pPr>
            <a:lvl2pPr lvl="1">
              <a:spcBef>
                <a:spcPts val="0"/>
              </a:spcBef>
              <a:spcAft>
                <a:spcPts val="0"/>
              </a:spcAft>
              <a:buSzPts val="3600"/>
              <a:buFont typeface="Familjen Grotesk"/>
              <a:buNone/>
              <a:defRPr sz="3600"/>
            </a:lvl2pPr>
            <a:lvl3pPr lvl="2">
              <a:spcBef>
                <a:spcPts val="0"/>
              </a:spcBef>
              <a:spcAft>
                <a:spcPts val="0"/>
              </a:spcAft>
              <a:buSzPts val="3600"/>
              <a:buFont typeface="Familjen Grotesk"/>
              <a:buNone/>
              <a:defRPr sz="3600"/>
            </a:lvl3pPr>
            <a:lvl4pPr lvl="3">
              <a:spcBef>
                <a:spcPts val="0"/>
              </a:spcBef>
              <a:spcAft>
                <a:spcPts val="0"/>
              </a:spcAft>
              <a:buSzPts val="3600"/>
              <a:buFont typeface="Familjen Grotesk"/>
              <a:buNone/>
              <a:defRPr sz="3600"/>
            </a:lvl4pPr>
            <a:lvl5pPr lvl="4">
              <a:spcBef>
                <a:spcPts val="0"/>
              </a:spcBef>
              <a:spcAft>
                <a:spcPts val="0"/>
              </a:spcAft>
              <a:buSzPts val="3600"/>
              <a:buFont typeface="Familjen Grotesk"/>
              <a:buNone/>
              <a:defRPr sz="3600"/>
            </a:lvl5pPr>
            <a:lvl6pPr lvl="5">
              <a:spcBef>
                <a:spcPts val="0"/>
              </a:spcBef>
              <a:spcAft>
                <a:spcPts val="0"/>
              </a:spcAft>
              <a:buSzPts val="3600"/>
              <a:buFont typeface="Familjen Grotesk"/>
              <a:buNone/>
              <a:defRPr sz="3600"/>
            </a:lvl6pPr>
            <a:lvl7pPr lvl="6">
              <a:spcBef>
                <a:spcPts val="0"/>
              </a:spcBef>
              <a:spcAft>
                <a:spcPts val="0"/>
              </a:spcAft>
              <a:buSzPts val="3600"/>
              <a:buFont typeface="Familjen Grotesk"/>
              <a:buNone/>
              <a:defRPr sz="3600"/>
            </a:lvl7pPr>
            <a:lvl8pPr lvl="7">
              <a:spcBef>
                <a:spcPts val="0"/>
              </a:spcBef>
              <a:spcAft>
                <a:spcPts val="0"/>
              </a:spcAft>
              <a:buSzPts val="3600"/>
              <a:buFont typeface="Familjen Grotesk"/>
              <a:buNone/>
              <a:defRPr sz="3600"/>
            </a:lvl8pPr>
            <a:lvl9pPr lvl="8">
              <a:spcBef>
                <a:spcPts val="0"/>
              </a:spcBef>
              <a:spcAft>
                <a:spcPts val="0"/>
              </a:spcAft>
              <a:buSzPts val="3600"/>
              <a:buFont typeface="Familjen Grotesk"/>
              <a:buNone/>
              <a:defRPr sz="3600"/>
            </a:lvl9pPr>
          </a:lstStyle>
          <a:p/>
        </p:txBody>
      </p:sp>
      <p:sp>
        <p:nvSpPr>
          <p:cNvPr id="328" name="Google Shape;328;p42"/>
          <p:cNvSpPr txBox="1"/>
          <p:nvPr>
            <p:ph idx="37" type="subTitle"/>
          </p:nvPr>
        </p:nvSpPr>
        <p:spPr>
          <a:xfrm>
            <a:off x="218299" y="2802444"/>
            <a:ext cx="1551000" cy="204600"/>
          </a:xfrm>
          <a:prstGeom prst="rect">
            <a:avLst/>
          </a:prstGeom>
        </p:spPr>
        <p:txBody>
          <a:bodyPr anchorCtr="0" anchor="t" bIns="0" lIns="0" spcFirstLastPara="1" rIns="91425" wrap="square" tIns="0">
            <a:noAutofit/>
          </a:bodyPr>
          <a:lstStyle>
            <a:lvl1pPr lvl="0">
              <a:spcBef>
                <a:spcPts val="0"/>
              </a:spcBef>
              <a:spcAft>
                <a:spcPts val="0"/>
              </a:spcAft>
              <a:buSzPts val="900"/>
              <a:buNone/>
              <a:defRPr sz="900"/>
            </a:lvl1pPr>
            <a:lvl2pPr lvl="1">
              <a:spcBef>
                <a:spcPts val="0"/>
              </a:spcBef>
              <a:spcAft>
                <a:spcPts val="0"/>
              </a:spcAft>
              <a:buSzPts val="900"/>
              <a:buFont typeface="Familjen Grotesk"/>
              <a:buNone/>
              <a:defRPr sz="900"/>
            </a:lvl2pPr>
            <a:lvl3pPr lvl="2">
              <a:spcBef>
                <a:spcPts val="0"/>
              </a:spcBef>
              <a:spcAft>
                <a:spcPts val="0"/>
              </a:spcAft>
              <a:buSzPts val="900"/>
              <a:buFont typeface="Familjen Grotesk"/>
              <a:buNone/>
              <a:defRPr sz="900"/>
            </a:lvl3pPr>
            <a:lvl4pPr lvl="3">
              <a:spcBef>
                <a:spcPts val="0"/>
              </a:spcBef>
              <a:spcAft>
                <a:spcPts val="0"/>
              </a:spcAft>
              <a:buSzPts val="900"/>
              <a:buFont typeface="Familjen Grotesk"/>
              <a:buNone/>
              <a:defRPr sz="900"/>
            </a:lvl4pPr>
            <a:lvl5pPr lvl="4">
              <a:spcBef>
                <a:spcPts val="0"/>
              </a:spcBef>
              <a:spcAft>
                <a:spcPts val="0"/>
              </a:spcAft>
              <a:buSzPts val="900"/>
              <a:buFont typeface="Familjen Grotesk"/>
              <a:buNone/>
              <a:defRPr sz="900"/>
            </a:lvl5pPr>
            <a:lvl6pPr lvl="5">
              <a:spcBef>
                <a:spcPts val="0"/>
              </a:spcBef>
              <a:spcAft>
                <a:spcPts val="0"/>
              </a:spcAft>
              <a:buSzPts val="900"/>
              <a:buFont typeface="Familjen Grotesk"/>
              <a:buNone/>
              <a:defRPr sz="900"/>
            </a:lvl6pPr>
            <a:lvl7pPr lvl="6">
              <a:spcBef>
                <a:spcPts val="0"/>
              </a:spcBef>
              <a:spcAft>
                <a:spcPts val="0"/>
              </a:spcAft>
              <a:buSzPts val="900"/>
              <a:buFont typeface="Familjen Grotesk"/>
              <a:buNone/>
              <a:defRPr sz="900"/>
            </a:lvl7pPr>
            <a:lvl8pPr lvl="7">
              <a:spcBef>
                <a:spcPts val="0"/>
              </a:spcBef>
              <a:spcAft>
                <a:spcPts val="0"/>
              </a:spcAft>
              <a:buSzPts val="900"/>
              <a:buFont typeface="Familjen Grotesk"/>
              <a:buNone/>
              <a:defRPr sz="900"/>
            </a:lvl8pPr>
            <a:lvl9pPr lvl="8">
              <a:spcBef>
                <a:spcPts val="0"/>
              </a:spcBef>
              <a:spcAft>
                <a:spcPts val="0"/>
              </a:spcAft>
              <a:buSzPts val="900"/>
              <a:buFont typeface="Familjen Grotesk"/>
              <a:buNone/>
              <a:defRPr sz="900"/>
            </a:lvl9pPr>
          </a:lstStyle>
          <a:p/>
        </p:txBody>
      </p:sp>
      <p:sp>
        <p:nvSpPr>
          <p:cNvPr id="329" name="Google Shape;329;p42"/>
          <p:cNvSpPr txBox="1"/>
          <p:nvPr>
            <p:ph idx="38" type="subTitle"/>
          </p:nvPr>
        </p:nvSpPr>
        <p:spPr>
          <a:xfrm>
            <a:off x="220150" y="2152976"/>
            <a:ext cx="3426000" cy="304800"/>
          </a:xfrm>
          <a:prstGeom prst="rect">
            <a:avLst/>
          </a:prstGeom>
        </p:spPr>
        <p:txBody>
          <a:bodyPr anchorCtr="0" anchor="t" bIns="0" lIns="0" spcFirstLastPara="1" rIns="0" wrap="square" tIns="0">
            <a:noAutofit/>
          </a:bodyPr>
          <a:lstStyle>
            <a:lvl1pPr lvl="0">
              <a:spcBef>
                <a:spcPts val="0"/>
              </a:spcBef>
              <a:spcAft>
                <a:spcPts val="0"/>
              </a:spcAft>
              <a:buSzPts val="1800"/>
              <a:buNone/>
              <a:defRPr b="1" sz="1800"/>
            </a:lvl1pPr>
            <a:lvl2pPr lvl="1">
              <a:spcBef>
                <a:spcPts val="0"/>
              </a:spcBef>
              <a:spcAft>
                <a:spcPts val="0"/>
              </a:spcAft>
              <a:buSzPts val="1800"/>
              <a:buFont typeface="Familjen Grotesk"/>
              <a:buNone/>
              <a:defRPr b="1" sz="1800"/>
            </a:lvl2pPr>
            <a:lvl3pPr lvl="2">
              <a:spcBef>
                <a:spcPts val="0"/>
              </a:spcBef>
              <a:spcAft>
                <a:spcPts val="0"/>
              </a:spcAft>
              <a:buSzPts val="1800"/>
              <a:buFont typeface="Familjen Grotesk"/>
              <a:buNone/>
              <a:defRPr b="1" sz="1800"/>
            </a:lvl3pPr>
            <a:lvl4pPr lvl="3">
              <a:spcBef>
                <a:spcPts val="0"/>
              </a:spcBef>
              <a:spcAft>
                <a:spcPts val="0"/>
              </a:spcAft>
              <a:buSzPts val="1800"/>
              <a:buFont typeface="Familjen Grotesk"/>
              <a:buNone/>
              <a:defRPr b="1" sz="1800"/>
            </a:lvl4pPr>
            <a:lvl5pPr lvl="4">
              <a:spcBef>
                <a:spcPts val="0"/>
              </a:spcBef>
              <a:spcAft>
                <a:spcPts val="0"/>
              </a:spcAft>
              <a:buSzPts val="1800"/>
              <a:buFont typeface="Familjen Grotesk"/>
              <a:buNone/>
              <a:defRPr b="1" sz="1800"/>
            </a:lvl5pPr>
            <a:lvl6pPr lvl="5">
              <a:spcBef>
                <a:spcPts val="0"/>
              </a:spcBef>
              <a:spcAft>
                <a:spcPts val="0"/>
              </a:spcAft>
              <a:buSzPts val="1800"/>
              <a:buFont typeface="Familjen Grotesk"/>
              <a:buNone/>
              <a:defRPr b="1" sz="1800"/>
            </a:lvl6pPr>
            <a:lvl7pPr lvl="6">
              <a:spcBef>
                <a:spcPts val="0"/>
              </a:spcBef>
              <a:spcAft>
                <a:spcPts val="0"/>
              </a:spcAft>
              <a:buSzPts val="1800"/>
              <a:buFont typeface="Familjen Grotesk"/>
              <a:buNone/>
              <a:defRPr b="1" sz="1800"/>
            </a:lvl7pPr>
            <a:lvl8pPr lvl="7">
              <a:spcBef>
                <a:spcPts val="0"/>
              </a:spcBef>
              <a:spcAft>
                <a:spcPts val="0"/>
              </a:spcAft>
              <a:buSzPts val="1800"/>
              <a:buFont typeface="Familjen Grotesk"/>
              <a:buNone/>
              <a:defRPr b="1" sz="1800"/>
            </a:lvl8pPr>
            <a:lvl9pPr lvl="8">
              <a:spcBef>
                <a:spcPts val="0"/>
              </a:spcBef>
              <a:spcAft>
                <a:spcPts val="0"/>
              </a:spcAft>
              <a:buSzPts val="1800"/>
              <a:buFont typeface="Familjen Grotesk"/>
              <a:buNone/>
              <a:defRPr b="1" sz="1800"/>
            </a:lvl9pPr>
          </a:lstStyle>
          <a:p/>
        </p:txBody>
      </p:sp>
      <p:sp>
        <p:nvSpPr>
          <p:cNvPr id="330" name="Google Shape;330;p42"/>
          <p:cNvSpPr txBox="1"/>
          <p:nvPr>
            <p:ph idx="39" type="subTitle"/>
          </p:nvPr>
        </p:nvSpPr>
        <p:spPr>
          <a:xfrm>
            <a:off x="1985411" y="2978305"/>
            <a:ext cx="1581900" cy="474900"/>
          </a:xfrm>
          <a:prstGeom prst="rect">
            <a:avLst/>
          </a:prstGeom>
        </p:spPr>
        <p:txBody>
          <a:bodyPr anchorCtr="0" anchor="t" bIns="0" lIns="0" spcFirstLastPara="1" rIns="0" wrap="square" tIns="0">
            <a:noAutofit/>
          </a:bodyPr>
          <a:lstStyle>
            <a:lvl1pPr lvl="0">
              <a:spcBef>
                <a:spcPts val="0"/>
              </a:spcBef>
              <a:spcAft>
                <a:spcPts val="0"/>
              </a:spcAft>
              <a:buSzPts val="3600"/>
              <a:buNone/>
              <a:defRPr/>
            </a:lvl1pPr>
            <a:lvl2pPr lvl="1">
              <a:spcBef>
                <a:spcPts val="0"/>
              </a:spcBef>
              <a:spcAft>
                <a:spcPts val="0"/>
              </a:spcAft>
              <a:buSzPts val="3600"/>
              <a:buFont typeface="Familjen Grotesk"/>
              <a:buNone/>
              <a:defRPr sz="3600"/>
            </a:lvl2pPr>
            <a:lvl3pPr lvl="2">
              <a:spcBef>
                <a:spcPts val="0"/>
              </a:spcBef>
              <a:spcAft>
                <a:spcPts val="0"/>
              </a:spcAft>
              <a:buSzPts val="3600"/>
              <a:buFont typeface="Familjen Grotesk"/>
              <a:buNone/>
              <a:defRPr sz="3600"/>
            </a:lvl3pPr>
            <a:lvl4pPr lvl="3">
              <a:spcBef>
                <a:spcPts val="0"/>
              </a:spcBef>
              <a:spcAft>
                <a:spcPts val="0"/>
              </a:spcAft>
              <a:buSzPts val="3600"/>
              <a:buFont typeface="Familjen Grotesk"/>
              <a:buNone/>
              <a:defRPr sz="3600"/>
            </a:lvl4pPr>
            <a:lvl5pPr lvl="4">
              <a:spcBef>
                <a:spcPts val="0"/>
              </a:spcBef>
              <a:spcAft>
                <a:spcPts val="0"/>
              </a:spcAft>
              <a:buSzPts val="3600"/>
              <a:buFont typeface="Familjen Grotesk"/>
              <a:buNone/>
              <a:defRPr sz="3600"/>
            </a:lvl5pPr>
            <a:lvl6pPr lvl="5">
              <a:spcBef>
                <a:spcPts val="0"/>
              </a:spcBef>
              <a:spcAft>
                <a:spcPts val="0"/>
              </a:spcAft>
              <a:buSzPts val="3600"/>
              <a:buFont typeface="Familjen Grotesk"/>
              <a:buNone/>
              <a:defRPr sz="3600"/>
            </a:lvl6pPr>
            <a:lvl7pPr lvl="6">
              <a:spcBef>
                <a:spcPts val="0"/>
              </a:spcBef>
              <a:spcAft>
                <a:spcPts val="0"/>
              </a:spcAft>
              <a:buSzPts val="3600"/>
              <a:buFont typeface="Familjen Grotesk"/>
              <a:buNone/>
              <a:defRPr sz="3600"/>
            </a:lvl7pPr>
            <a:lvl8pPr lvl="7">
              <a:spcBef>
                <a:spcPts val="0"/>
              </a:spcBef>
              <a:spcAft>
                <a:spcPts val="0"/>
              </a:spcAft>
              <a:buSzPts val="3600"/>
              <a:buFont typeface="Familjen Grotesk"/>
              <a:buNone/>
              <a:defRPr sz="3600"/>
            </a:lvl8pPr>
            <a:lvl9pPr lvl="8">
              <a:spcBef>
                <a:spcPts val="0"/>
              </a:spcBef>
              <a:spcAft>
                <a:spcPts val="0"/>
              </a:spcAft>
              <a:buSzPts val="3600"/>
              <a:buFont typeface="Familjen Grotesk"/>
              <a:buNone/>
              <a:defRPr sz="3600"/>
            </a:lvl9pPr>
          </a:lstStyle>
          <a:p/>
        </p:txBody>
      </p:sp>
      <p:sp>
        <p:nvSpPr>
          <p:cNvPr id="331" name="Google Shape;331;p42"/>
          <p:cNvSpPr txBox="1"/>
          <p:nvPr>
            <p:ph idx="40" type="subTitle"/>
          </p:nvPr>
        </p:nvSpPr>
        <p:spPr>
          <a:xfrm>
            <a:off x="2014509" y="3457711"/>
            <a:ext cx="1551000" cy="204600"/>
          </a:xfrm>
          <a:prstGeom prst="rect">
            <a:avLst/>
          </a:prstGeom>
        </p:spPr>
        <p:txBody>
          <a:bodyPr anchorCtr="0" anchor="t" bIns="0" lIns="0" spcFirstLastPara="1" rIns="91425" wrap="square" tIns="0">
            <a:noAutofit/>
          </a:bodyPr>
          <a:lstStyle>
            <a:lvl1pPr lvl="0">
              <a:spcBef>
                <a:spcPts val="0"/>
              </a:spcBef>
              <a:spcAft>
                <a:spcPts val="0"/>
              </a:spcAft>
              <a:buSzPts val="900"/>
              <a:buNone/>
              <a:defRPr sz="900"/>
            </a:lvl1pPr>
            <a:lvl2pPr lvl="1">
              <a:spcBef>
                <a:spcPts val="0"/>
              </a:spcBef>
              <a:spcAft>
                <a:spcPts val="0"/>
              </a:spcAft>
              <a:buSzPts val="900"/>
              <a:buFont typeface="Familjen Grotesk"/>
              <a:buNone/>
              <a:defRPr sz="900"/>
            </a:lvl2pPr>
            <a:lvl3pPr lvl="2">
              <a:spcBef>
                <a:spcPts val="0"/>
              </a:spcBef>
              <a:spcAft>
                <a:spcPts val="0"/>
              </a:spcAft>
              <a:buSzPts val="900"/>
              <a:buFont typeface="Familjen Grotesk"/>
              <a:buNone/>
              <a:defRPr sz="900"/>
            </a:lvl3pPr>
            <a:lvl4pPr lvl="3">
              <a:spcBef>
                <a:spcPts val="0"/>
              </a:spcBef>
              <a:spcAft>
                <a:spcPts val="0"/>
              </a:spcAft>
              <a:buSzPts val="900"/>
              <a:buFont typeface="Familjen Grotesk"/>
              <a:buNone/>
              <a:defRPr sz="900"/>
            </a:lvl4pPr>
            <a:lvl5pPr lvl="4">
              <a:spcBef>
                <a:spcPts val="0"/>
              </a:spcBef>
              <a:spcAft>
                <a:spcPts val="0"/>
              </a:spcAft>
              <a:buSzPts val="900"/>
              <a:buFont typeface="Familjen Grotesk"/>
              <a:buNone/>
              <a:defRPr sz="900"/>
            </a:lvl5pPr>
            <a:lvl6pPr lvl="5">
              <a:spcBef>
                <a:spcPts val="0"/>
              </a:spcBef>
              <a:spcAft>
                <a:spcPts val="0"/>
              </a:spcAft>
              <a:buSzPts val="900"/>
              <a:buFont typeface="Familjen Grotesk"/>
              <a:buNone/>
              <a:defRPr sz="900"/>
            </a:lvl6pPr>
            <a:lvl7pPr lvl="6">
              <a:spcBef>
                <a:spcPts val="0"/>
              </a:spcBef>
              <a:spcAft>
                <a:spcPts val="0"/>
              </a:spcAft>
              <a:buSzPts val="900"/>
              <a:buFont typeface="Familjen Grotesk"/>
              <a:buNone/>
              <a:defRPr sz="900"/>
            </a:lvl7pPr>
            <a:lvl8pPr lvl="7">
              <a:spcBef>
                <a:spcPts val="0"/>
              </a:spcBef>
              <a:spcAft>
                <a:spcPts val="0"/>
              </a:spcAft>
              <a:buSzPts val="900"/>
              <a:buFont typeface="Familjen Grotesk"/>
              <a:buNone/>
              <a:defRPr sz="900"/>
            </a:lvl8pPr>
            <a:lvl9pPr lvl="8">
              <a:spcBef>
                <a:spcPts val="0"/>
              </a:spcBef>
              <a:spcAft>
                <a:spcPts val="0"/>
              </a:spcAft>
              <a:buSzPts val="900"/>
              <a:buFont typeface="Familjen Grotesk"/>
              <a:buNone/>
              <a:defRPr sz="900"/>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4">
    <p:bg>
      <p:bgPr>
        <a:solidFill>
          <a:schemeClr val="dk2"/>
        </a:solidFill>
      </p:bgPr>
    </p:bg>
    <p:spTree>
      <p:nvGrpSpPr>
        <p:cNvPr id="332" name="Shape 332"/>
        <p:cNvGrpSpPr/>
        <p:nvPr/>
      </p:nvGrpSpPr>
      <p:grpSpPr>
        <a:xfrm>
          <a:off x="0" y="0"/>
          <a:ext cx="0" cy="0"/>
          <a:chOff x="0" y="0"/>
          <a:chExt cx="0" cy="0"/>
        </a:xfrm>
      </p:grpSpPr>
      <p:sp>
        <p:nvSpPr>
          <p:cNvPr id="333" name="Google Shape;333;p43"/>
          <p:cNvSpPr txBox="1"/>
          <p:nvPr/>
        </p:nvSpPr>
        <p:spPr>
          <a:xfrm>
            <a:off x="151500" y="-149638"/>
            <a:ext cx="1478700" cy="657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None/>
            </a:pPr>
            <a:r>
              <a:rPr b="1" lang="en" sz="14400">
                <a:solidFill>
                  <a:schemeClr val="accent2"/>
                </a:solidFill>
                <a:latin typeface="Familjen Grotesk"/>
                <a:ea typeface="Familjen Grotesk"/>
                <a:cs typeface="Familjen Grotesk"/>
                <a:sym typeface="Familjen Grotesk"/>
              </a:rPr>
              <a:t>“</a:t>
            </a:r>
            <a:endParaRPr b="1" sz="14400">
              <a:solidFill>
                <a:schemeClr val="accent2"/>
              </a:solidFill>
              <a:latin typeface="Familjen Grotesk"/>
              <a:ea typeface="Familjen Grotesk"/>
              <a:cs typeface="Familjen Grotesk"/>
              <a:sym typeface="Familjen Grotesk"/>
            </a:endParaRPr>
          </a:p>
        </p:txBody>
      </p:sp>
      <p:sp>
        <p:nvSpPr>
          <p:cNvPr id="334" name="Google Shape;334;p43"/>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35" name="Google Shape;335;p43"/>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336" name="Google Shape;336;p43"/>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337" name="Google Shape;337;p43"/>
          <p:cNvSpPr txBox="1"/>
          <p:nvPr>
            <p:ph idx="3" type="body"/>
          </p:nvPr>
        </p:nvSpPr>
        <p:spPr>
          <a:xfrm>
            <a:off x="1664044" y="349775"/>
            <a:ext cx="6903000" cy="3683100"/>
          </a:xfrm>
          <a:prstGeom prst="rect">
            <a:avLst/>
          </a:prstGeom>
        </p:spPr>
        <p:txBody>
          <a:bodyPr anchorCtr="0" anchor="t" bIns="91425" lIns="91425" spcFirstLastPara="1" rIns="91425" wrap="square" tIns="91425">
            <a:noAutofit/>
          </a:bodyPr>
          <a:lstStyle>
            <a:lvl1pPr indent="-457200" lvl="0" marL="457200">
              <a:lnSpc>
                <a:spcPct val="85000"/>
              </a:lnSpc>
              <a:spcBef>
                <a:spcPts val="0"/>
              </a:spcBef>
              <a:spcAft>
                <a:spcPts val="0"/>
              </a:spcAft>
              <a:buSzPts val="3600"/>
              <a:buChar char="●"/>
              <a:defRPr sz="3600"/>
            </a:lvl1pPr>
            <a:lvl2pPr indent="-457200" lvl="1" marL="914400">
              <a:lnSpc>
                <a:spcPct val="85000"/>
              </a:lnSpc>
              <a:spcBef>
                <a:spcPts val="0"/>
              </a:spcBef>
              <a:spcAft>
                <a:spcPts val="0"/>
              </a:spcAft>
              <a:buSzPts val="3600"/>
              <a:buChar char="○"/>
              <a:defRPr sz="3600"/>
            </a:lvl2pPr>
            <a:lvl3pPr indent="-457200" lvl="2" marL="1371600">
              <a:lnSpc>
                <a:spcPct val="85000"/>
              </a:lnSpc>
              <a:spcBef>
                <a:spcPts val="0"/>
              </a:spcBef>
              <a:spcAft>
                <a:spcPts val="0"/>
              </a:spcAft>
              <a:buSzPts val="3600"/>
              <a:buChar char="■"/>
              <a:defRPr sz="3600"/>
            </a:lvl3pPr>
            <a:lvl4pPr indent="-457200" lvl="3" marL="1828800">
              <a:lnSpc>
                <a:spcPct val="85000"/>
              </a:lnSpc>
              <a:spcBef>
                <a:spcPts val="0"/>
              </a:spcBef>
              <a:spcAft>
                <a:spcPts val="0"/>
              </a:spcAft>
              <a:buSzPts val="3600"/>
              <a:buChar char="●"/>
              <a:defRPr sz="3600"/>
            </a:lvl4pPr>
            <a:lvl5pPr indent="-457200" lvl="4" marL="2286000">
              <a:lnSpc>
                <a:spcPct val="85000"/>
              </a:lnSpc>
              <a:spcBef>
                <a:spcPts val="0"/>
              </a:spcBef>
              <a:spcAft>
                <a:spcPts val="0"/>
              </a:spcAft>
              <a:buSzPts val="3600"/>
              <a:buChar char="○"/>
              <a:defRPr sz="3600"/>
            </a:lvl5pPr>
            <a:lvl6pPr indent="-457200" lvl="5" marL="2743200">
              <a:lnSpc>
                <a:spcPct val="85000"/>
              </a:lnSpc>
              <a:spcBef>
                <a:spcPts val="0"/>
              </a:spcBef>
              <a:spcAft>
                <a:spcPts val="0"/>
              </a:spcAft>
              <a:buSzPts val="3600"/>
              <a:buChar char="■"/>
              <a:defRPr sz="3600"/>
            </a:lvl6pPr>
            <a:lvl7pPr indent="-457200" lvl="6" marL="3200400">
              <a:lnSpc>
                <a:spcPct val="85000"/>
              </a:lnSpc>
              <a:spcBef>
                <a:spcPts val="0"/>
              </a:spcBef>
              <a:spcAft>
                <a:spcPts val="0"/>
              </a:spcAft>
              <a:buSzPts val="3600"/>
              <a:buChar char="●"/>
              <a:defRPr sz="3600"/>
            </a:lvl7pPr>
            <a:lvl8pPr indent="-457200" lvl="7" marL="3657600">
              <a:lnSpc>
                <a:spcPct val="85000"/>
              </a:lnSpc>
              <a:spcBef>
                <a:spcPts val="0"/>
              </a:spcBef>
              <a:spcAft>
                <a:spcPts val="0"/>
              </a:spcAft>
              <a:buSzPts val="3600"/>
              <a:buChar char="○"/>
              <a:defRPr sz="3600"/>
            </a:lvl8pPr>
            <a:lvl9pPr indent="-457200" lvl="8" marL="4114800">
              <a:lnSpc>
                <a:spcPct val="85000"/>
              </a:lnSpc>
              <a:spcBef>
                <a:spcPts val="0"/>
              </a:spcBef>
              <a:spcAft>
                <a:spcPts val="0"/>
              </a:spcAft>
              <a:buSzPts val="3600"/>
              <a:buChar char="■"/>
              <a:defRPr sz="3600"/>
            </a:lvl9pPr>
          </a:lstStyle>
          <a:p/>
        </p:txBody>
      </p:sp>
      <p:sp>
        <p:nvSpPr>
          <p:cNvPr id="338" name="Google Shape;338;p43"/>
          <p:cNvSpPr txBox="1"/>
          <p:nvPr>
            <p:ph idx="4" type="subTitle"/>
          </p:nvPr>
        </p:nvSpPr>
        <p:spPr>
          <a:xfrm>
            <a:off x="1664050" y="4468300"/>
            <a:ext cx="5489700" cy="400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pos="180">
          <p15:clr>
            <a:srgbClr val="FA7B17"/>
          </p15:clr>
        </p15:guide>
        <p15:guide id="2" pos="2790">
          <p15:clr>
            <a:srgbClr val="FA7B17"/>
          </p15:clr>
        </p15:guide>
        <p15:guide id="3" pos="2970">
          <p15:clr>
            <a:srgbClr val="FA7B17"/>
          </p15:clr>
        </p15:guide>
        <p15:guide id="4" pos="5580">
          <p15:clr>
            <a:srgbClr val="FA7B17"/>
          </p15:clr>
        </p15:guide>
        <p15:guide id="5" orient="horz" pos="180">
          <p15:clr>
            <a:srgbClr val="FA7B17"/>
          </p15:clr>
        </p15:guide>
        <p15:guide id="6" orient="horz" pos="2790">
          <p15:clr>
            <a:srgbClr val="FA7B17"/>
          </p15:clr>
        </p15:guide>
      </p15:sldGuideLst>
    </p:ext>
  </p:extLst>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meline">
  <p:cSld name="BLANK_1_4_1">
    <p:bg>
      <p:bgPr>
        <a:solidFill>
          <a:schemeClr val="dk1"/>
        </a:solidFill>
      </p:bgPr>
    </p:bg>
    <p:spTree>
      <p:nvGrpSpPr>
        <p:cNvPr id="339" name="Shape 339"/>
        <p:cNvGrpSpPr/>
        <p:nvPr/>
      </p:nvGrpSpPr>
      <p:grpSpPr>
        <a:xfrm>
          <a:off x="0" y="0"/>
          <a:ext cx="0" cy="0"/>
          <a:chOff x="0" y="0"/>
          <a:chExt cx="0" cy="0"/>
        </a:xfrm>
      </p:grpSpPr>
      <p:sp>
        <p:nvSpPr>
          <p:cNvPr id="340" name="Google Shape;340;p44"/>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900"/>
              <a:buNone/>
              <a:defRPr sz="900">
                <a:solidFill>
                  <a:schemeClr val="lt1"/>
                </a:solidFill>
              </a:defRPr>
            </a:lvl1pPr>
            <a:lvl2pPr lvl="1">
              <a:spcBef>
                <a:spcPts val="0"/>
              </a:spcBef>
              <a:spcAft>
                <a:spcPts val="0"/>
              </a:spcAft>
              <a:buClr>
                <a:schemeClr val="lt1"/>
              </a:buClr>
              <a:buSzPts val="900"/>
              <a:buFont typeface="Familjen Grotesk"/>
              <a:buNone/>
              <a:defRPr sz="900">
                <a:solidFill>
                  <a:schemeClr val="lt1"/>
                </a:solidFill>
              </a:defRPr>
            </a:lvl2pPr>
            <a:lvl3pPr lvl="2">
              <a:spcBef>
                <a:spcPts val="0"/>
              </a:spcBef>
              <a:spcAft>
                <a:spcPts val="0"/>
              </a:spcAft>
              <a:buClr>
                <a:schemeClr val="lt1"/>
              </a:buClr>
              <a:buSzPts val="900"/>
              <a:buFont typeface="Familjen Grotesk"/>
              <a:buNone/>
              <a:defRPr sz="900">
                <a:solidFill>
                  <a:schemeClr val="lt1"/>
                </a:solidFill>
              </a:defRPr>
            </a:lvl3pPr>
            <a:lvl4pPr lvl="3">
              <a:spcBef>
                <a:spcPts val="0"/>
              </a:spcBef>
              <a:spcAft>
                <a:spcPts val="0"/>
              </a:spcAft>
              <a:buClr>
                <a:schemeClr val="lt1"/>
              </a:buClr>
              <a:buSzPts val="900"/>
              <a:buFont typeface="Familjen Grotesk"/>
              <a:buNone/>
              <a:defRPr sz="900">
                <a:solidFill>
                  <a:schemeClr val="lt1"/>
                </a:solidFill>
              </a:defRPr>
            </a:lvl4pPr>
            <a:lvl5pPr lvl="4">
              <a:spcBef>
                <a:spcPts val="0"/>
              </a:spcBef>
              <a:spcAft>
                <a:spcPts val="0"/>
              </a:spcAft>
              <a:buClr>
                <a:schemeClr val="lt1"/>
              </a:buClr>
              <a:buSzPts val="900"/>
              <a:buFont typeface="Familjen Grotesk"/>
              <a:buNone/>
              <a:defRPr sz="900">
                <a:solidFill>
                  <a:schemeClr val="lt1"/>
                </a:solidFill>
              </a:defRPr>
            </a:lvl5pPr>
            <a:lvl6pPr lvl="5">
              <a:spcBef>
                <a:spcPts val="0"/>
              </a:spcBef>
              <a:spcAft>
                <a:spcPts val="0"/>
              </a:spcAft>
              <a:buClr>
                <a:schemeClr val="lt1"/>
              </a:buClr>
              <a:buSzPts val="900"/>
              <a:buFont typeface="Familjen Grotesk"/>
              <a:buNone/>
              <a:defRPr sz="900">
                <a:solidFill>
                  <a:schemeClr val="lt1"/>
                </a:solidFill>
              </a:defRPr>
            </a:lvl6pPr>
            <a:lvl7pPr lvl="6">
              <a:spcBef>
                <a:spcPts val="0"/>
              </a:spcBef>
              <a:spcAft>
                <a:spcPts val="0"/>
              </a:spcAft>
              <a:buClr>
                <a:schemeClr val="lt1"/>
              </a:buClr>
              <a:buSzPts val="900"/>
              <a:buFont typeface="Familjen Grotesk"/>
              <a:buNone/>
              <a:defRPr sz="900">
                <a:solidFill>
                  <a:schemeClr val="lt1"/>
                </a:solidFill>
              </a:defRPr>
            </a:lvl7pPr>
            <a:lvl8pPr lvl="7">
              <a:spcBef>
                <a:spcPts val="0"/>
              </a:spcBef>
              <a:spcAft>
                <a:spcPts val="0"/>
              </a:spcAft>
              <a:buClr>
                <a:schemeClr val="lt1"/>
              </a:buClr>
              <a:buSzPts val="900"/>
              <a:buFont typeface="Familjen Grotesk"/>
              <a:buNone/>
              <a:defRPr sz="900">
                <a:solidFill>
                  <a:schemeClr val="lt1"/>
                </a:solidFill>
              </a:defRPr>
            </a:lvl8pPr>
            <a:lvl9pPr lvl="8">
              <a:spcBef>
                <a:spcPts val="0"/>
              </a:spcBef>
              <a:spcAft>
                <a:spcPts val="0"/>
              </a:spcAft>
              <a:buClr>
                <a:schemeClr val="lt1"/>
              </a:buClr>
              <a:buSzPts val="900"/>
              <a:buFont typeface="Familjen Grotesk"/>
              <a:buNone/>
              <a:defRPr sz="900">
                <a:solidFill>
                  <a:schemeClr val="lt1"/>
                </a:solidFill>
              </a:defRPr>
            </a:lvl9pPr>
          </a:lstStyle>
          <a:p/>
        </p:txBody>
      </p:sp>
      <p:sp>
        <p:nvSpPr>
          <p:cNvPr id="341" name="Google Shape;341;p44"/>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Clr>
                <a:schemeClr val="lt1"/>
              </a:buClr>
              <a:buSzPts val="900"/>
              <a:buNone/>
              <a:defRPr sz="900">
                <a:solidFill>
                  <a:schemeClr val="lt1"/>
                </a:solidFill>
              </a:defRPr>
            </a:lvl1pPr>
            <a:lvl2pPr lvl="1" algn="r">
              <a:spcBef>
                <a:spcPts val="0"/>
              </a:spcBef>
              <a:spcAft>
                <a:spcPts val="0"/>
              </a:spcAft>
              <a:buClr>
                <a:schemeClr val="lt1"/>
              </a:buClr>
              <a:buSzPts val="900"/>
              <a:buFont typeface="Familjen Grotesk"/>
              <a:buNone/>
              <a:defRPr sz="900">
                <a:solidFill>
                  <a:schemeClr val="lt1"/>
                </a:solidFill>
              </a:defRPr>
            </a:lvl2pPr>
            <a:lvl3pPr lvl="2" algn="r">
              <a:spcBef>
                <a:spcPts val="0"/>
              </a:spcBef>
              <a:spcAft>
                <a:spcPts val="0"/>
              </a:spcAft>
              <a:buClr>
                <a:schemeClr val="lt1"/>
              </a:buClr>
              <a:buSzPts val="900"/>
              <a:buFont typeface="Familjen Grotesk"/>
              <a:buNone/>
              <a:defRPr sz="900">
                <a:solidFill>
                  <a:schemeClr val="lt1"/>
                </a:solidFill>
              </a:defRPr>
            </a:lvl3pPr>
            <a:lvl4pPr lvl="3" algn="r">
              <a:spcBef>
                <a:spcPts val="0"/>
              </a:spcBef>
              <a:spcAft>
                <a:spcPts val="0"/>
              </a:spcAft>
              <a:buClr>
                <a:schemeClr val="lt1"/>
              </a:buClr>
              <a:buSzPts val="900"/>
              <a:buFont typeface="Familjen Grotesk"/>
              <a:buNone/>
              <a:defRPr sz="900">
                <a:solidFill>
                  <a:schemeClr val="lt1"/>
                </a:solidFill>
              </a:defRPr>
            </a:lvl4pPr>
            <a:lvl5pPr lvl="4" algn="r">
              <a:spcBef>
                <a:spcPts val="0"/>
              </a:spcBef>
              <a:spcAft>
                <a:spcPts val="0"/>
              </a:spcAft>
              <a:buClr>
                <a:schemeClr val="lt1"/>
              </a:buClr>
              <a:buSzPts val="900"/>
              <a:buFont typeface="Familjen Grotesk"/>
              <a:buNone/>
              <a:defRPr sz="900">
                <a:solidFill>
                  <a:schemeClr val="lt1"/>
                </a:solidFill>
              </a:defRPr>
            </a:lvl5pPr>
            <a:lvl6pPr lvl="5" algn="r">
              <a:spcBef>
                <a:spcPts val="0"/>
              </a:spcBef>
              <a:spcAft>
                <a:spcPts val="0"/>
              </a:spcAft>
              <a:buClr>
                <a:schemeClr val="lt1"/>
              </a:buClr>
              <a:buSzPts val="900"/>
              <a:buFont typeface="Familjen Grotesk"/>
              <a:buNone/>
              <a:defRPr sz="900">
                <a:solidFill>
                  <a:schemeClr val="lt1"/>
                </a:solidFill>
              </a:defRPr>
            </a:lvl6pPr>
            <a:lvl7pPr lvl="6" algn="r">
              <a:spcBef>
                <a:spcPts val="0"/>
              </a:spcBef>
              <a:spcAft>
                <a:spcPts val="0"/>
              </a:spcAft>
              <a:buClr>
                <a:schemeClr val="lt1"/>
              </a:buClr>
              <a:buSzPts val="900"/>
              <a:buFont typeface="Familjen Grotesk"/>
              <a:buNone/>
              <a:defRPr sz="900">
                <a:solidFill>
                  <a:schemeClr val="lt1"/>
                </a:solidFill>
              </a:defRPr>
            </a:lvl7pPr>
            <a:lvl8pPr lvl="7" algn="r">
              <a:spcBef>
                <a:spcPts val="0"/>
              </a:spcBef>
              <a:spcAft>
                <a:spcPts val="0"/>
              </a:spcAft>
              <a:buClr>
                <a:schemeClr val="lt1"/>
              </a:buClr>
              <a:buSzPts val="900"/>
              <a:buFont typeface="Familjen Grotesk"/>
              <a:buNone/>
              <a:defRPr sz="900">
                <a:solidFill>
                  <a:schemeClr val="lt1"/>
                </a:solidFill>
              </a:defRPr>
            </a:lvl8pPr>
            <a:lvl9pPr lvl="8" algn="r">
              <a:spcBef>
                <a:spcPts val="0"/>
              </a:spcBef>
              <a:spcAft>
                <a:spcPts val="0"/>
              </a:spcAft>
              <a:buClr>
                <a:schemeClr val="lt1"/>
              </a:buClr>
              <a:buSzPts val="900"/>
              <a:buFont typeface="Familjen Grotesk"/>
              <a:buNone/>
              <a:defRPr sz="900">
                <a:solidFill>
                  <a:schemeClr val="lt1"/>
                </a:solidFill>
              </a:defRPr>
            </a:lvl9pPr>
          </a:lstStyle>
          <a:p/>
        </p:txBody>
      </p:sp>
      <p:sp>
        <p:nvSpPr>
          <p:cNvPr id="342" name="Google Shape;342;p44"/>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343" name="Google Shape;343;p44"/>
          <p:cNvSpPr txBox="1"/>
          <p:nvPr>
            <p:ph type="title"/>
          </p:nvPr>
        </p:nvSpPr>
        <p:spPr>
          <a:xfrm>
            <a:off x="73152" y="335300"/>
            <a:ext cx="88848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lt1"/>
              </a:buClr>
              <a:buSzPts val="5400"/>
              <a:buNone/>
              <a:defRPr sz="5400">
                <a:solidFill>
                  <a:schemeClr val="lt1"/>
                </a:solidFill>
              </a:defRPr>
            </a:lvl1pPr>
            <a:lvl2pPr lvl="1">
              <a:lnSpc>
                <a:spcPct val="65000"/>
              </a:lnSpc>
              <a:spcBef>
                <a:spcPts val="0"/>
              </a:spcBef>
              <a:spcAft>
                <a:spcPts val="0"/>
              </a:spcAft>
              <a:buClr>
                <a:schemeClr val="lt1"/>
              </a:buClr>
              <a:buSzPts val="5400"/>
              <a:buNone/>
              <a:defRPr sz="5400">
                <a:solidFill>
                  <a:schemeClr val="lt1"/>
                </a:solidFill>
              </a:defRPr>
            </a:lvl2pPr>
            <a:lvl3pPr lvl="2">
              <a:lnSpc>
                <a:spcPct val="65000"/>
              </a:lnSpc>
              <a:spcBef>
                <a:spcPts val="0"/>
              </a:spcBef>
              <a:spcAft>
                <a:spcPts val="0"/>
              </a:spcAft>
              <a:buClr>
                <a:schemeClr val="lt1"/>
              </a:buClr>
              <a:buSzPts val="5400"/>
              <a:buNone/>
              <a:defRPr sz="5400">
                <a:solidFill>
                  <a:schemeClr val="lt1"/>
                </a:solidFill>
              </a:defRPr>
            </a:lvl3pPr>
            <a:lvl4pPr lvl="3">
              <a:lnSpc>
                <a:spcPct val="65000"/>
              </a:lnSpc>
              <a:spcBef>
                <a:spcPts val="0"/>
              </a:spcBef>
              <a:spcAft>
                <a:spcPts val="0"/>
              </a:spcAft>
              <a:buClr>
                <a:schemeClr val="lt1"/>
              </a:buClr>
              <a:buSzPts val="5400"/>
              <a:buNone/>
              <a:defRPr sz="5400">
                <a:solidFill>
                  <a:schemeClr val="lt1"/>
                </a:solidFill>
              </a:defRPr>
            </a:lvl4pPr>
            <a:lvl5pPr lvl="4">
              <a:lnSpc>
                <a:spcPct val="65000"/>
              </a:lnSpc>
              <a:spcBef>
                <a:spcPts val="0"/>
              </a:spcBef>
              <a:spcAft>
                <a:spcPts val="0"/>
              </a:spcAft>
              <a:buClr>
                <a:schemeClr val="lt1"/>
              </a:buClr>
              <a:buSzPts val="5400"/>
              <a:buNone/>
              <a:defRPr sz="5400">
                <a:solidFill>
                  <a:schemeClr val="lt1"/>
                </a:solidFill>
              </a:defRPr>
            </a:lvl5pPr>
            <a:lvl6pPr lvl="5">
              <a:lnSpc>
                <a:spcPct val="65000"/>
              </a:lnSpc>
              <a:spcBef>
                <a:spcPts val="0"/>
              </a:spcBef>
              <a:spcAft>
                <a:spcPts val="0"/>
              </a:spcAft>
              <a:buClr>
                <a:schemeClr val="lt1"/>
              </a:buClr>
              <a:buSzPts val="5400"/>
              <a:buNone/>
              <a:defRPr sz="5400">
                <a:solidFill>
                  <a:schemeClr val="lt1"/>
                </a:solidFill>
              </a:defRPr>
            </a:lvl6pPr>
            <a:lvl7pPr lvl="6">
              <a:lnSpc>
                <a:spcPct val="65000"/>
              </a:lnSpc>
              <a:spcBef>
                <a:spcPts val="0"/>
              </a:spcBef>
              <a:spcAft>
                <a:spcPts val="0"/>
              </a:spcAft>
              <a:buClr>
                <a:schemeClr val="lt1"/>
              </a:buClr>
              <a:buSzPts val="5400"/>
              <a:buNone/>
              <a:defRPr sz="5400">
                <a:solidFill>
                  <a:schemeClr val="lt1"/>
                </a:solidFill>
              </a:defRPr>
            </a:lvl7pPr>
            <a:lvl8pPr lvl="7">
              <a:lnSpc>
                <a:spcPct val="65000"/>
              </a:lnSpc>
              <a:spcBef>
                <a:spcPts val="0"/>
              </a:spcBef>
              <a:spcAft>
                <a:spcPts val="0"/>
              </a:spcAft>
              <a:buClr>
                <a:schemeClr val="lt1"/>
              </a:buClr>
              <a:buSzPts val="5400"/>
              <a:buNone/>
              <a:defRPr sz="5400">
                <a:solidFill>
                  <a:schemeClr val="lt1"/>
                </a:solidFill>
              </a:defRPr>
            </a:lvl8pPr>
            <a:lvl9pPr lvl="8">
              <a:lnSpc>
                <a:spcPct val="65000"/>
              </a:lnSpc>
              <a:spcBef>
                <a:spcPts val="0"/>
              </a:spcBef>
              <a:spcAft>
                <a:spcPts val="0"/>
              </a:spcAft>
              <a:buClr>
                <a:schemeClr val="lt1"/>
              </a:buClr>
              <a:buSzPts val="5400"/>
              <a:buNone/>
              <a:defRPr sz="5400">
                <a:solidFill>
                  <a:schemeClr val="lt1"/>
                </a:solidFill>
              </a:defRPr>
            </a:lvl9pPr>
          </a:lstStyle>
          <a:p/>
        </p:txBody>
      </p:sp>
      <p:cxnSp>
        <p:nvCxnSpPr>
          <p:cNvPr id="344" name="Google Shape;344;p44"/>
          <p:cNvCxnSpPr/>
          <p:nvPr/>
        </p:nvCxnSpPr>
        <p:spPr>
          <a:xfrm>
            <a:off x="234800" y="1193550"/>
            <a:ext cx="0" cy="3691500"/>
          </a:xfrm>
          <a:prstGeom prst="straightConnector1">
            <a:avLst/>
          </a:prstGeom>
          <a:noFill/>
          <a:ln cap="flat" cmpd="sng" w="9525">
            <a:solidFill>
              <a:schemeClr val="dk2"/>
            </a:solidFill>
            <a:prstDash val="solid"/>
            <a:round/>
            <a:headEnd len="med" w="med" type="none"/>
            <a:tailEnd len="med" w="med" type="none"/>
          </a:ln>
        </p:spPr>
      </p:cxnSp>
      <p:cxnSp>
        <p:nvCxnSpPr>
          <p:cNvPr id="345" name="Google Shape;345;p44"/>
          <p:cNvCxnSpPr/>
          <p:nvPr/>
        </p:nvCxnSpPr>
        <p:spPr>
          <a:xfrm>
            <a:off x="1474000" y="1193550"/>
            <a:ext cx="0" cy="3691500"/>
          </a:xfrm>
          <a:prstGeom prst="straightConnector1">
            <a:avLst/>
          </a:prstGeom>
          <a:noFill/>
          <a:ln cap="flat" cmpd="sng" w="9525">
            <a:solidFill>
              <a:schemeClr val="dk2"/>
            </a:solidFill>
            <a:prstDash val="solid"/>
            <a:round/>
            <a:headEnd len="med" w="med" type="none"/>
            <a:tailEnd len="med" w="med" type="none"/>
          </a:ln>
        </p:spPr>
      </p:cxnSp>
      <p:cxnSp>
        <p:nvCxnSpPr>
          <p:cNvPr id="346" name="Google Shape;346;p44"/>
          <p:cNvCxnSpPr/>
          <p:nvPr/>
        </p:nvCxnSpPr>
        <p:spPr>
          <a:xfrm>
            <a:off x="2713200" y="1193550"/>
            <a:ext cx="0" cy="3691500"/>
          </a:xfrm>
          <a:prstGeom prst="straightConnector1">
            <a:avLst/>
          </a:prstGeom>
          <a:noFill/>
          <a:ln cap="flat" cmpd="sng" w="9525">
            <a:solidFill>
              <a:schemeClr val="dk2"/>
            </a:solidFill>
            <a:prstDash val="solid"/>
            <a:round/>
            <a:headEnd len="med" w="med" type="none"/>
            <a:tailEnd len="med" w="med" type="none"/>
          </a:ln>
        </p:spPr>
      </p:cxnSp>
      <p:cxnSp>
        <p:nvCxnSpPr>
          <p:cNvPr id="347" name="Google Shape;347;p44"/>
          <p:cNvCxnSpPr/>
          <p:nvPr/>
        </p:nvCxnSpPr>
        <p:spPr>
          <a:xfrm>
            <a:off x="3952400" y="1193550"/>
            <a:ext cx="0" cy="3691500"/>
          </a:xfrm>
          <a:prstGeom prst="straightConnector1">
            <a:avLst/>
          </a:prstGeom>
          <a:noFill/>
          <a:ln cap="flat" cmpd="sng" w="9525">
            <a:solidFill>
              <a:schemeClr val="dk2"/>
            </a:solidFill>
            <a:prstDash val="solid"/>
            <a:round/>
            <a:headEnd len="med" w="med" type="none"/>
            <a:tailEnd len="med" w="med" type="none"/>
          </a:ln>
        </p:spPr>
      </p:cxnSp>
      <p:cxnSp>
        <p:nvCxnSpPr>
          <p:cNvPr id="348" name="Google Shape;348;p44"/>
          <p:cNvCxnSpPr/>
          <p:nvPr/>
        </p:nvCxnSpPr>
        <p:spPr>
          <a:xfrm>
            <a:off x="5191600" y="1193550"/>
            <a:ext cx="0" cy="3691500"/>
          </a:xfrm>
          <a:prstGeom prst="straightConnector1">
            <a:avLst/>
          </a:prstGeom>
          <a:noFill/>
          <a:ln cap="flat" cmpd="sng" w="9525">
            <a:solidFill>
              <a:schemeClr val="dk2"/>
            </a:solidFill>
            <a:prstDash val="solid"/>
            <a:round/>
            <a:headEnd len="med" w="med" type="none"/>
            <a:tailEnd len="med" w="med" type="none"/>
          </a:ln>
        </p:spPr>
      </p:cxnSp>
      <p:cxnSp>
        <p:nvCxnSpPr>
          <p:cNvPr id="349" name="Google Shape;349;p44"/>
          <p:cNvCxnSpPr/>
          <p:nvPr/>
        </p:nvCxnSpPr>
        <p:spPr>
          <a:xfrm>
            <a:off x="6430800" y="1193550"/>
            <a:ext cx="0" cy="3691500"/>
          </a:xfrm>
          <a:prstGeom prst="straightConnector1">
            <a:avLst/>
          </a:prstGeom>
          <a:noFill/>
          <a:ln cap="flat" cmpd="sng" w="9525">
            <a:solidFill>
              <a:schemeClr val="dk2"/>
            </a:solidFill>
            <a:prstDash val="solid"/>
            <a:round/>
            <a:headEnd len="med" w="med" type="none"/>
            <a:tailEnd len="med" w="med" type="none"/>
          </a:ln>
        </p:spPr>
      </p:cxnSp>
      <p:cxnSp>
        <p:nvCxnSpPr>
          <p:cNvPr id="350" name="Google Shape;350;p44"/>
          <p:cNvCxnSpPr/>
          <p:nvPr/>
        </p:nvCxnSpPr>
        <p:spPr>
          <a:xfrm>
            <a:off x="7670000" y="1193550"/>
            <a:ext cx="0" cy="3691500"/>
          </a:xfrm>
          <a:prstGeom prst="straightConnector1">
            <a:avLst/>
          </a:prstGeom>
          <a:noFill/>
          <a:ln cap="flat" cmpd="sng" w="9525">
            <a:solidFill>
              <a:schemeClr val="dk2"/>
            </a:solidFill>
            <a:prstDash val="solid"/>
            <a:round/>
            <a:headEnd len="med" w="med" type="none"/>
            <a:tailEnd len="med" w="med" type="none"/>
          </a:ln>
        </p:spPr>
      </p:cxnSp>
      <p:cxnSp>
        <p:nvCxnSpPr>
          <p:cNvPr id="351" name="Google Shape;351;p44"/>
          <p:cNvCxnSpPr/>
          <p:nvPr/>
        </p:nvCxnSpPr>
        <p:spPr>
          <a:xfrm>
            <a:off x="8909200" y="1193550"/>
            <a:ext cx="0" cy="3691500"/>
          </a:xfrm>
          <a:prstGeom prst="straightConnector1">
            <a:avLst/>
          </a:prstGeom>
          <a:noFill/>
          <a:ln cap="flat" cmpd="sng" w="9525">
            <a:solidFill>
              <a:schemeClr val="dk2"/>
            </a:solidFill>
            <a:prstDash val="solid"/>
            <a:round/>
            <a:headEnd len="med" w="med" type="none"/>
            <a:tailEnd len="med" w="med" type="none"/>
          </a:ln>
        </p:spPr>
      </p:cxnSp>
      <p:sp>
        <p:nvSpPr>
          <p:cNvPr id="352" name="Google Shape;352;p44"/>
          <p:cNvSpPr txBox="1"/>
          <p:nvPr>
            <p:ph idx="3" type="body"/>
          </p:nvPr>
        </p:nvSpPr>
        <p:spPr>
          <a:xfrm>
            <a:off x="5172399" y="349775"/>
            <a:ext cx="3721800" cy="707100"/>
          </a:xfrm>
          <a:prstGeom prst="rect">
            <a:avLst/>
          </a:prstGeom>
        </p:spPr>
        <p:txBody>
          <a:bodyPr anchorCtr="0" anchor="t" bIns="0" lIns="0" spcFirstLastPara="1" rIns="0" wrap="square" tIns="91425">
            <a:noAutofit/>
          </a:bodyPr>
          <a:lstStyle>
            <a:lvl1pPr indent="-317500" lvl="0" marL="457200">
              <a:spcBef>
                <a:spcPts val="0"/>
              </a:spcBef>
              <a:spcAft>
                <a:spcPts val="0"/>
              </a:spcAft>
              <a:buClr>
                <a:schemeClr val="lt1"/>
              </a:buClr>
              <a:buSzPts val="1400"/>
              <a:buChar char="●"/>
              <a:defRPr sz="1400">
                <a:solidFill>
                  <a:schemeClr val="lt1"/>
                </a:solidFill>
              </a:defRPr>
            </a:lvl1pPr>
            <a:lvl2pPr indent="-317500" lvl="1" marL="914400">
              <a:spcBef>
                <a:spcPts val="0"/>
              </a:spcBef>
              <a:spcAft>
                <a:spcPts val="0"/>
              </a:spcAft>
              <a:buClr>
                <a:schemeClr val="lt1"/>
              </a:buClr>
              <a:buSzPts val="1400"/>
              <a:buChar char="○"/>
              <a:defRPr sz="1400">
                <a:solidFill>
                  <a:schemeClr val="lt1"/>
                </a:solidFill>
              </a:defRPr>
            </a:lvl2pPr>
            <a:lvl3pPr indent="-317500" lvl="2" marL="1371600">
              <a:spcBef>
                <a:spcPts val="0"/>
              </a:spcBef>
              <a:spcAft>
                <a:spcPts val="0"/>
              </a:spcAft>
              <a:buClr>
                <a:schemeClr val="lt1"/>
              </a:buClr>
              <a:buSzPts val="1400"/>
              <a:buChar char="■"/>
              <a:defRPr sz="1400">
                <a:solidFill>
                  <a:schemeClr val="lt1"/>
                </a:solidFill>
              </a:defRPr>
            </a:lvl3pPr>
            <a:lvl4pPr indent="-317500" lvl="3" marL="1828800">
              <a:spcBef>
                <a:spcPts val="0"/>
              </a:spcBef>
              <a:spcAft>
                <a:spcPts val="0"/>
              </a:spcAft>
              <a:buClr>
                <a:schemeClr val="lt1"/>
              </a:buClr>
              <a:buSzPts val="1400"/>
              <a:buChar char="●"/>
              <a:defRPr sz="1400">
                <a:solidFill>
                  <a:schemeClr val="lt1"/>
                </a:solidFill>
              </a:defRPr>
            </a:lvl4pPr>
            <a:lvl5pPr indent="-317500" lvl="4" marL="2286000">
              <a:spcBef>
                <a:spcPts val="0"/>
              </a:spcBef>
              <a:spcAft>
                <a:spcPts val="0"/>
              </a:spcAft>
              <a:buClr>
                <a:schemeClr val="lt1"/>
              </a:buClr>
              <a:buSzPts val="1400"/>
              <a:buChar char="○"/>
              <a:defRPr sz="1400">
                <a:solidFill>
                  <a:schemeClr val="lt1"/>
                </a:solidFill>
              </a:defRPr>
            </a:lvl5pPr>
            <a:lvl6pPr indent="-317500" lvl="5" marL="2743200">
              <a:spcBef>
                <a:spcPts val="0"/>
              </a:spcBef>
              <a:spcAft>
                <a:spcPts val="0"/>
              </a:spcAft>
              <a:buClr>
                <a:schemeClr val="lt1"/>
              </a:buClr>
              <a:buSzPts val="1400"/>
              <a:buChar char="■"/>
              <a:defRPr sz="1400">
                <a:solidFill>
                  <a:schemeClr val="lt1"/>
                </a:solidFill>
              </a:defRPr>
            </a:lvl6pPr>
            <a:lvl7pPr indent="-317500" lvl="6" marL="3200400">
              <a:spcBef>
                <a:spcPts val="0"/>
              </a:spcBef>
              <a:spcAft>
                <a:spcPts val="0"/>
              </a:spcAft>
              <a:buClr>
                <a:schemeClr val="lt1"/>
              </a:buClr>
              <a:buSzPts val="1400"/>
              <a:buChar char="●"/>
              <a:defRPr sz="1400">
                <a:solidFill>
                  <a:schemeClr val="lt1"/>
                </a:solidFill>
              </a:defRPr>
            </a:lvl7pPr>
            <a:lvl8pPr indent="-317500" lvl="7" marL="3657600">
              <a:spcBef>
                <a:spcPts val="0"/>
              </a:spcBef>
              <a:spcAft>
                <a:spcPts val="0"/>
              </a:spcAft>
              <a:buClr>
                <a:schemeClr val="lt1"/>
              </a:buClr>
              <a:buSzPts val="1400"/>
              <a:buChar char="○"/>
              <a:defRPr sz="1400">
                <a:solidFill>
                  <a:schemeClr val="lt1"/>
                </a:solidFill>
              </a:defRPr>
            </a:lvl8pPr>
            <a:lvl9pPr indent="-317500" lvl="8" marL="4114800">
              <a:spcBef>
                <a:spcPts val="0"/>
              </a:spcBef>
              <a:spcAft>
                <a:spcPts val="0"/>
              </a:spcAft>
              <a:buClr>
                <a:schemeClr val="lt1"/>
              </a:buClr>
              <a:buSzPts val="1400"/>
              <a:buChar char="■"/>
              <a:defRPr sz="1400">
                <a:solidFill>
                  <a:schemeClr val="lt1"/>
                </a:solidFill>
              </a:defRPr>
            </a:lvl9pPr>
          </a:lstStyle>
          <a:p/>
        </p:txBody>
      </p:sp>
      <p:sp>
        <p:nvSpPr>
          <p:cNvPr id="353" name="Google Shape;353;p44"/>
          <p:cNvSpPr txBox="1"/>
          <p:nvPr>
            <p:ph idx="4" type="subTitle"/>
          </p:nvPr>
        </p:nvSpPr>
        <p:spPr>
          <a:xfrm>
            <a:off x="3933400"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900"/>
              <a:buNone/>
              <a:defRPr sz="900">
                <a:solidFill>
                  <a:schemeClr val="lt1"/>
                </a:solidFill>
              </a:defRPr>
            </a:lvl1pPr>
            <a:lvl2pPr lvl="1">
              <a:spcBef>
                <a:spcPts val="0"/>
              </a:spcBef>
              <a:spcAft>
                <a:spcPts val="0"/>
              </a:spcAft>
              <a:buClr>
                <a:schemeClr val="lt1"/>
              </a:buClr>
              <a:buSzPts val="900"/>
              <a:buFont typeface="Familjen Grotesk"/>
              <a:buNone/>
              <a:defRPr sz="900">
                <a:solidFill>
                  <a:schemeClr val="lt1"/>
                </a:solidFill>
              </a:defRPr>
            </a:lvl2pPr>
            <a:lvl3pPr lvl="2">
              <a:spcBef>
                <a:spcPts val="0"/>
              </a:spcBef>
              <a:spcAft>
                <a:spcPts val="0"/>
              </a:spcAft>
              <a:buClr>
                <a:schemeClr val="lt1"/>
              </a:buClr>
              <a:buSzPts val="900"/>
              <a:buFont typeface="Familjen Grotesk"/>
              <a:buNone/>
              <a:defRPr sz="900">
                <a:solidFill>
                  <a:schemeClr val="lt1"/>
                </a:solidFill>
              </a:defRPr>
            </a:lvl3pPr>
            <a:lvl4pPr lvl="3">
              <a:spcBef>
                <a:spcPts val="0"/>
              </a:spcBef>
              <a:spcAft>
                <a:spcPts val="0"/>
              </a:spcAft>
              <a:buClr>
                <a:schemeClr val="lt1"/>
              </a:buClr>
              <a:buSzPts val="900"/>
              <a:buFont typeface="Familjen Grotesk"/>
              <a:buNone/>
              <a:defRPr sz="900">
                <a:solidFill>
                  <a:schemeClr val="lt1"/>
                </a:solidFill>
              </a:defRPr>
            </a:lvl4pPr>
            <a:lvl5pPr lvl="4">
              <a:spcBef>
                <a:spcPts val="0"/>
              </a:spcBef>
              <a:spcAft>
                <a:spcPts val="0"/>
              </a:spcAft>
              <a:buClr>
                <a:schemeClr val="lt1"/>
              </a:buClr>
              <a:buSzPts val="900"/>
              <a:buFont typeface="Familjen Grotesk"/>
              <a:buNone/>
              <a:defRPr sz="900">
                <a:solidFill>
                  <a:schemeClr val="lt1"/>
                </a:solidFill>
              </a:defRPr>
            </a:lvl5pPr>
            <a:lvl6pPr lvl="5">
              <a:spcBef>
                <a:spcPts val="0"/>
              </a:spcBef>
              <a:spcAft>
                <a:spcPts val="0"/>
              </a:spcAft>
              <a:buClr>
                <a:schemeClr val="lt1"/>
              </a:buClr>
              <a:buSzPts val="900"/>
              <a:buFont typeface="Familjen Grotesk"/>
              <a:buNone/>
              <a:defRPr sz="900">
                <a:solidFill>
                  <a:schemeClr val="lt1"/>
                </a:solidFill>
              </a:defRPr>
            </a:lvl6pPr>
            <a:lvl7pPr lvl="6">
              <a:spcBef>
                <a:spcPts val="0"/>
              </a:spcBef>
              <a:spcAft>
                <a:spcPts val="0"/>
              </a:spcAft>
              <a:buClr>
                <a:schemeClr val="lt1"/>
              </a:buClr>
              <a:buSzPts val="900"/>
              <a:buFont typeface="Familjen Grotesk"/>
              <a:buNone/>
              <a:defRPr sz="900">
                <a:solidFill>
                  <a:schemeClr val="lt1"/>
                </a:solidFill>
              </a:defRPr>
            </a:lvl7pPr>
            <a:lvl8pPr lvl="7">
              <a:spcBef>
                <a:spcPts val="0"/>
              </a:spcBef>
              <a:spcAft>
                <a:spcPts val="0"/>
              </a:spcAft>
              <a:buClr>
                <a:schemeClr val="lt1"/>
              </a:buClr>
              <a:buSzPts val="900"/>
              <a:buFont typeface="Familjen Grotesk"/>
              <a:buNone/>
              <a:defRPr sz="900">
                <a:solidFill>
                  <a:schemeClr val="lt1"/>
                </a:solidFill>
              </a:defRPr>
            </a:lvl8pPr>
            <a:lvl9pPr lvl="8">
              <a:spcBef>
                <a:spcPts val="0"/>
              </a:spcBef>
              <a:spcAft>
                <a:spcPts val="0"/>
              </a:spcAft>
              <a:buClr>
                <a:schemeClr val="lt1"/>
              </a:buClr>
              <a:buSzPts val="900"/>
              <a:buFont typeface="Familjen Grotesk"/>
              <a:buNone/>
              <a:defRPr sz="900">
                <a:solidFill>
                  <a:schemeClr val="lt1"/>
                </a:solidFill>
              </a:defRPr>
            </a:lvl9pPr>
          </a:lstStyle>
          <a:p/>
        </p:txBody>
      </p:sp>
      <p:sp>
        <p:nvSpPr>
          <p:cNvPr id="354" name="Google Shape;354;p44"/>
          <p:cNvSpPr txBox="1"/>
          <p:nvPr>
            <p:ph idx="5" type="subTitle"/>
          </p:nvPr>
        </p:nvSpPr>
        <p:spPr>
          <a:xfrm>
            <a:off x="5174505"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900"/>
              <a:buNone/>
              <a:defRPr sz="900">
                <a:solidFill>
                  <a:schemeClr val="lt1"/>
                </a:solidFill>
              </a:defRPr>
            </a:lvl1pPr>
            <a:lvl2pPr lvl="1">
              <a:spcBef>
                <a:spcPts val="0"/>
              </a:spcBef>
              <a:spcAft>
                <a:spcPts val="0"/>
              </a:spcAft>
              <a:buClr>
                <a:schemeClr val="lt1"/>
              </a:buClr>
              <a:buSzPts val="900"/>
              <a:buFont typeface="Familjen Grotesk"/>
              <a:buNone/>
              <a:defRPr sz="900">
                <a:solidFill>
                  <a:schemeClr val="lt1"/>
                </a:solidFill>
              </a:defRPr>
            </a:lvl2pPr>
            <a:lvl3pPr lvl="2">
              <a:spcBef>
                <a:spcPts val="0"/>
              </a:spcBef>
              <a:spcAft>
                <a:spcPts val="0"/>
              </a:spcAft>
              <a:buClr>
                <a:schemeClr val="lt1"/>
              </a:buClr>
              <a:buSzPts val="900"/>
              <a:buFont typeface="Familjen Grotesk"/>
              <a:buNone/>
              <a:defRPr sz="900">
                <a:solidFill>
                  <a:schemeClr val="lt1"/>
                </a:solidFill>
              </a:defRPr>
            </a:lvl3pPr>
            <a:lvl4pPr lvl="3">
              <a:spcBef>
                <a:spcPts val="0"/>
              </a:spcBef>
              <a:spcAft>
                <a:spcPts val="0"/>
              </a:spcAft>
              <a:buClr>
                <a:schemeClr val="lt1"/>
              </a:buClr>
              <a:buSzPts val="900"/>
              <a:buFont typeface="Familjen Grotesk"/>
              <a:buNone/>
              <a:defRPr sz="900">
                <a:solidFill>
                  <a:schemeClr val="lt1"/>
                </a:solidFill>
              </a:defRPr>
            </a:lvl4pPr>
            <a:lvl5pPr lvl="4">
              <a:spcBef>
                <a:spcPts val="0"/>
              </a:spcBef>
              <a:spcAft>
                <a:spcPts val="0"/>
              </a:spcAft>
              <a:buClr>
                <a:schemeClr val="lt1"/>
              </a:buClr>
              <a:buSzPts val="900"/>
              <a:buFont typeface="Familjen Grotesk"/>
              <a:buNone/>
              <a:defRPr sz="900">
                <a:solidFill>
                  <a:schemeClr val="lt1"/>
                </a:solidFill>
              </a:defRPr>
            </a:lvl5pPr>
            <a:lvl6pPr lvl="5">
              <a:spcBef>
                <a:spcPts val="0"/>
              </a:spcBef>
              <a:spcAft>
                <a:spcPts val="0"/>
              </a:spcAft>
              <a:buClr>
                <a:schemeClr val="lt1"/>
              </a:buClr>
              <a:buSzPts val="900"/>
              <a:buFont typeface="Familjen Grotesk"/>
              <a:buNone/>
              <a:defRPr sz="900">
                <a:solidFill>
                  <a:schemeClr val="lt1"/>
                </a:solidFill>
              </a:defRPr>
            </a:lvl6pPr>
            <a:lvl7pPr lvl="6">
              <a:spcBef>
                <a:spcPts val="0"/>
              </a:spcBef>
              <a:spcAft>
                <a:spcPts val="0"/>
              </a:spcAft>
              <a:buClr>
                <a:schemeClr val="lt1"/>
              </a:buClr>
              <a:buSzPts val="900"/>
              <a:buFont typeface="Familjen Grotesk"/>
              <a:buNone/>
              <a:defRPr sz="900">
                <a:solidFill>
                  <a:schemeClr val="lt1"/>
                </a:solidFill>
              </a:defRPr>
            </a:lvl7pPr>
            <a:lvl8pPr lvl="7">
              <a:spcBef>
                <a:spcPts val="0"/>
              </a:spcBef>
              <a:spcAft>
                <a:spcPts val="0"/>
              </a:spcAft>
              <a:buClr>
                <a:schemeClr val="lt1"/>
              </a:buClr>
              <a:buSzPts val="900"/>
              <a:buFont typeface="Familjen Grotesk"/>
              <a:buNone/>
              <a:defRPr sz="900">
                <a:solidFill>
                  <a:schemeClr val="lt1"/>
                </a:solidFill>
              </a:defRPr>
            </a:lvl8pPr>
            <a:lvl9pPr lvl="8">
              <a:spcBef>
                <a:spcPts val="0"/>
              </a:spcBef>
              <a:spcAft>
                <a:spcPts val="0"/>
              </a:spcAft>
              <a:buClr>
                <a:schemeClr val="lt1"/>
              </a:buClr>
              <a:buSzPts val="900"/>
              <a:buFont typeface="Familjen Grotesk"/>
              <a:buNone/>
              <a:defRPr sz="900">
                <a:solidFill>
                  <a:schemeClr val="lt1"/>
                </a:solidFill>
              </a:defRPr>
            </a:lvl9pPr>
          </a:lstStyle>
          <a:p/>
        </p:txBody>
      </p:sp>
      <p:sp>
        <p:nvSpPr>
          <p:cNvPr id="355" name="Google Shape;355;p44"/>
          <p:cNvSpPr txBox="1"/>
          <p:nvPr>
            <p:ph idx="6" type="subTitle"/>
          </p:nvPr>
        </p:nvSpPr>
        <p:spPr>
          <a:xfrm>
            <a:off x="2692294"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900"/>
              <a:buNone/>
              <a:defRPr sz="900">
                <a:solidFill>
                  <a:schemeClr val="lt1"/>
                </a:solidFill>
              </a:defRPr>
            </a:lvl1pPr>
            <a:lvl2pPr lvl="1">
              <a:spcBef>
                <a:spcPts val="0"/>
              </a:spcBef>
              <a:spcAft>
                <a:spcPts val="0"/>
              </a:spcAft>
              <a:buClr>
                <a:schemeClr val="lt1"/>
              </a:buClr>
              <a:buSzPts val="900"/>
              <a:buFont typeface="Familjen Grotesk"/>
              <a:buNone/>
              <a:defRPr sz="900">
                <a:solidFill>
                  <a:schemeClr val="lt1"/>
                </a:solidFill>
              </a:defRPr>
            </a:lvl2pPr>
            <a:lvl3pPr lvl="2">
              <a:spcBef>
                <a:spcPts val="0"/>
              </a:spcBef>
              <a:spcAft>
                <a:spcPts val="0"/>
              </a:spcAft>
              <a:buClr>
                <a:schemeClr val="lt1"/>
              </a:buClr>
              <a:buSzPts val="900"/>
              <a:buFont typeface="Familjen Grotesk"/>
              <a:buNone/>
              <a:defRPr sz="900">
                <a:solidFill>
                  <a:schemeClr val="lt1"/>
                </a:solidFill>
              </a:defRPr>
            </a:lvl3pPr>
            <a:lvl4pPr lvl="3">
              <a:spcBef>
                <a:spcPts val="0"/>
              </a:spcBef>
              <a:spcAft>
                <a:spcPts val="0"/>
              </a:spcAft>
              <a:buClr>
                <a:schemeClr val="lt1"/>
              </a:buClr>
              <a:buSzPts val="900"/>
              <a:buFont typeface="Familjen Grotesk"/>
              <a:buNone/>
              <a:defRPr sz="900">
                <a:solidFill>
                  <a:schemeClr val="lt1"/>
                </a:solidFill>
              </a:defRPr>
            </a:lvl4pPr>
            <a:lvl5pPr lvl="4">
              <a:spcBef>
                <a:spcPts val="0"/>
              </a:spcBef>
              <a:spcAft>
                <a:spcPts val="0"/>
              </a:spcAft>
              <a:buClr>
                <a:schemeClr val="lt1"/>
              </a:buClr>
              <a:buSzPts val="900"/>
              <a:buFont typeface="Familjen Grotesk"/>
              <a:buNone/>
              <a:defRPr sz="900">
                <a:solidFill>
                  <a:schemeClr val="lt1"/>
                </a:solidFill>
              </a:defRPr>
            </a:lvl5pPr>
            <a:lvl6pPr lvl="5">
              <a:spcBef>
                <a:spcPts val="0"/>
              </a:spcBef>
              <a:spcAft>
                <a:spcPts val="0"/>
              </a:spcAft>
              <a:buClr>
                <a:schemeClr val="lt1"/>
              </a:buClr>
              <a:buSzPts val="900"/>
              <a:buFont typeface="Familjen Grotesk"/>
              <a:buNone/>
              <a:defRPr sz="900">
                <a:solidFill>
                  <a:schemeClr val="lt1"/>
                </a:solidFill>
              </a:defRPr>
            </a:lvl6pPr>
            <a:lvl7pPr lvl="6">
              <a:spcBef>
                <a:spcPts val="0"/>
              </a:spcBef>
              <a:spcAft>
                <a:spcPts val="0"/>
              </a:spcAft>
              <a:buClr>
                <a:schemeClr val="lt1"/>
              </a:buClr>
              <a:buSzPts val="900"/>
              <a:buFont typeface="Familjen Grotesk"/>
              <a:buNone/>
              <a:defRPr sz="900">
                <a:solidFill>
                  <a:schemeClr val="lt1"/>
                </a:solidFill>
              </a:defRPr>
            </a:lvl7pPr>
            <a:lvl8pPr lvl="7">
              <a:spcBef>
                <a:spcPts val="0"/>
              </a:spcBef>
              <a:spcAft>
                <a:spcPts val="0"/>
              </a:spcAft>
              <a:buClr>
                <a:schemeClr val="lt1"/>
              </a:buClr>
              <a:buSzPts val="900"/>
              <a:buFont typeface="Familjen Grotesk"/>
              <a:buNone/>
              <a:defRPr sz="900">
                <a:solidFill>
                  <a:schemeClr val="lt1"/>
                </a:solidFill>
              </a:defRPr>
            </a:lvl8pPr>
            <a:lvl9pPr lvl="8">
              <a:spcBef>
                <a:spcPts val="0"/>
              </a:spcBef>
              <a:spcAft>
                <a:spcPts val="0"/>
              </a:spcAft>
              <a:buClr>
                <a:schemeClr val="lt1"/>
              </a:buClr>
              <a:buSzPts val="900"/>
              <a:buFont typeface="Familjen Grotesk"/>
              <a:buNone/>
              <a:defRPr sz="900">
                <a:solidFill>
                  <a:schemeClr val="lt1"/>
                </a:solidFill>
              </a:defRPr>
            </a:lvl9pPr>
          </a:lstStyle>
          <a:p/>
        </p:txBody>
      </p:sp>
      <p:sp>
        <p:nvSpPr>
          <p:cNvPr id="356" name="Google Shape;356;p44"/>
          <p:cNvSpPr txBox="1"/>
          <p:nvPr>
            <p:ph idx="7" type="subTitle"/>
          </p:nvPr>
        </p:nvSpPr>
        <p:spPr>
          <a:xfrm>
            <a:off x="1454986"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900"/>
              <a:buNone/>
              <a:defRPr sz="900">
                <a:solidFill>
                  <a:schemeClr val="lt1"/>
                </a:solidFill>
              </a:defRPr>
            </a:lvl1pPr>
            <a:lvl2pPr lvl="1">
              <a:spcBef>
                <a:spcPts val="0"/>
              </a:spcBef>
              <a:spcAft>
                <a:spcPts val="0"/>
              </a:spcAft>
              <a:buClr>
                <a:schemeClr val="lt1"/>
              </a:buClr>
              <a:buSzPts val="900"/>
              <a:buFont typeface="Familjen Grotesk"/>
              <a:buNone/>
              <a:defRPr sz="900">
                <a:solidFill>
                  <a:schemeClr val="lt1"/>
                </a:solidFill>
              </a:defRPr>
            </a:lvl2pPr>
            <a:lvl3pPr lvl="2">
              <a:spcBef>
                <a:spcPts val="0"/>
              </a:spcBef>
              <a:spcAft>
                <a:spcPts val="0"/>
              </a:spcAft>
              <a:buClr>
                <a:schemeClr val="lt1"/>
              </a:buClr>
              <a:buSzPts val="900"/>
              <a:buFont typeface="Familjen Grotesk"/>
              <a:buNone/>
              <a:defRPr sz="900">
                <a:solidFill>
                  <a:schemeClr val="lt1"/>
                </a:solidFill>
              </a:defRPr>
            </a:lvl3pPr>
            <a:lvl4pPr lvl="3">
              <a:spcBef>
                <a:spcPts val="0"/>
              </a:spcBef>
              <a:spcAft>
                <a:spcPts val="0"/>
              </a:spcAft>
              <a:buClr>
                <a:schemeClr val="lt1"/>
              </a:buClr>
              <a:buSzPts val="900"/>
              <a:buFont typeface="Familjen Grotesk"/>
              <a:buNone/>
              <a:defRPr sz="900">
                <a:solidFill>
                  <a:schemeClr val="lt1"/>
                </a:solidFill>
              </a:defRPr>
            </a:lvl4pPr>
            <a:lvl5pPr lvl="4">
              <a:spcBef>
                <a:spcPts val="0"/>
              </a:spcBef>
              <a:spcAft>
                <a:spcPts val="0"/>
              </a:spcAft>
              <a:buClr>
                <a:schemeClr val="lt1"/>
              </a:buClr>
              <a:buSzPts val="900"/>
              <a:buFont typeface="Familjen Grotesk"/>
              <a:buNone/>
              <a:defRPr sz="900">
                <a:solidFill>
                  <a:schemeClr val="lt1"/>
                </a:solidFill>
              </a:defRPr>
            </a:lvl5pPr>
            <a:lvl6pPr lvl="5">
              <a:spcBef>
                <a:spcPts val="0"/>
              </a:spcBef>
              <a:spcAft>
                <a:spcPts val="0"/>
              </a:spcAft>
              <a:buClr>
                <a:schemeClr val="lt1"/>
              </a:buClr>
              <a:buSzPts val="900"/>
              <a:buFont typeface="Familjen Grotesk"/>
              <a:buNone/>
              <a:defRPr sz="900">
                <a:solidFill>
                  <a:schemeClr val="lt1"/>
                </a:solidFill>
              </a:defRPr>
            </a:lvl6pPr>
            <a:lvl7pPr lvl="6">
              <a:spcBef>
                <a:spcPts val="0"/>
              </a:spcBef>
              <a:spcAft>
                <a:spcPts val="0"/>
              </a:spcAft>
              <a:buClr>
                <a:schemeClr val="lt1"/>
              </a:buClr>
              <a:buSzPts val="900"/>
              <a:buFont typeface="Familjen Grotesk"/>
              <a:buNone/>
              <a:defRPr sz="900">
                <a:solidFill>
                  <a:schemeClr val="lt1"/>
                </a:solidFill>
              </a:defRPr>
            </a:lvl7pPr>
            <a:lvl8pPr lvl="7">
              <a:spcBef>
                <a:spcPts val="0"/>
              </a:spcBef>
              <a:spcAft>
                <a:spcPts val="0"/>
              </a:spcAft>
              <a:buClr>
                <a:schemeClr val="lt1"/>
              </a:buClr>
              <a:buSzPts val="900"/>
              <a:buFont typeface="Familjen Grotesk"/>
              <a:buNone/>
              <a:defRPr sz="900">
                <a:solidFill>
                  <a:schemeClr val="lt1"/>
                </a:solidFill>
              </a:defRPr>
            </a:lvl8pPr>
            <a:lvl9pPr lvl="8">
              <a:spcBef>
                <a:spcPts val="0"/>
              </a:spcBef>
              <a:spcAft>
                <a:spcPts val="0"/>
              </a:spcAft>
              <a:buClr>
                <a:schemeClr val="lt1"/>
              </a:buClr>
              <a:buSzPts val="900"/>
              <a:buFont typeface="Familjen Grotesk"/>
              <a:buNone/>
              <a:defRPr sz="900">
                <a:solidFill>
                  <a:schemeClr val="lt1"/>
                </a:solidFill>
              </a:defRPr>
            </a:lvl9pPr>
          </a:lstStyle>
          <a:p/>
        </p:txBody>
      </p:sp>
      <p:sp>
        <p:nvSpPr>
          <p:cNvPr id="357" name="Google Shape;357;p44"/>
          <p:cNvSpPr txBox="1"/>
          <p:nvPr>
            <p:ph idx="8" type="subTitle"/>
          </p:nvPr>
        </p:nvSpPr>
        <p:spPr>
          <a:xfrm>
            <a:off x="206286"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900"/>
              <a:buNone/>
              <a:defRPr sz="900">
                <a:solidFill>
                  <a:schemeClr val="lt1"/>
                </a:solidFill>
              </a:defRPr>
            </a:lvl1pPr>
            <a:lvl2pPr lvl="1">
              <a:spcBef>
                <a:spcPts val="0"/>
              </a:spcBef>
              <a:spcAft>
                <a:spcPts val="0"/>
              </a:spcAft>
              <a:buClr>
                <a:schemeClr val="lt1"/>
              </a:buClr>
              <a:buSzPts val="900"/>
              <a:buFont typeface="Familjen Grotesk"/>
              <a:buNone/>
              <a:defRPr sz="900">
                <a:solidFill>
                  <a:schemeClr val="lt1"/>
                </a:solidFill>
              </a:defRPr>
            </a:lvl2pPr>
            <a:lvl3pPr lvl="2">
              <a:spcBef>
                <a:spcPts val="0"/>
              </a:spcBef>
              <a:spcAft>
                <a:spcPts val="0"/>
              </a:spcAft>
              <a:buClr>
                <a:schemeClr val="lt1"/>
              </a:buClr>
              <a:buSzPts val="900"/>
              <a:buFont typeface="Familjen Grotesk"/>
              <a:buNone/>
              <a:defRPr sz="900">
                <a:solidFill>
                  <a:schemeClr val="lt1"/>
                </a:solidFill>
              </a:defRPr>
            </a:lvl3pPr>
            <a:lvl4pPr lvl="3">
              <a:spcBef>
                <a:spcPts val="0"/>
              </a:spcBef>
              <a:spcAft>
                <a:spcPts val="0"/>
              </a:spcAft>
              <a:buClr>
                <a:schemeClr val="lt1"/>
              </a:buClr>
              <a:buSzPts val="900"/>
              <a:buFont typeface="Familjen Grotesk"/>
              <a:buNone/>
              <a:defRPr sz="900">
                <a:solidFill>
                  <a:schemeClr val="lt1"/>
                </a:solidFill>
              </a:defRPr>
            </a:lvl4pPr>
            <a:lvl5pPr lvl="4">
              <a:spcBef>
                <a:spcPts val="0"/>
              </a:spcBef>
              <a:spcAft>
                <a:spcPts val="0"/>
              </a:spcAft>
              <a:buClr>
                <a:schemeClr val="lt1"/>
              </a:buClr>
              <a:buSzPts val="900"/>
              <a:buFont typeface="Familjen Grotesk"/>
              <a:buNone/>
              <a:defRPr sz="900">
                <a:solidFill>
                  <a:schemeClr val="lt1"/>
                </a:solidFill>
              </a:defRPr>
            </a:lvl5pPr>
            <a:lvl6pPr lvl="5">
              <a:spcBef>
                <a:spcPts val="0"/>
              </a:spcBef>
              <a:spcAft>
                <a:spcPts val="0"/>
              </a:spcAft>
              <a:buClr>
                <a:schemeClr val="lt1"/>
              </a:buClr>
              <a:buSzPts val="900"/>
              <a:buFont typeface="Familjen Grotesk"/>
              <a:buNone/>
              <a:defRPr sz="900">
                <a:solidFill>
                  <a:schemeClr val="lt1"/>
                </a:solidFill>
              </a:defRPr>
            </a:lvl6pPr>
            <a:lvl7pPr lvl="6">
              <a:spcBef>
                <a:spcPts val="0"/>
              </a:spcBef>
              <a:spcAft>
                <a:spcPts val="0"/>
              </a:spcAft>
              <a:buClr>
                <a:schemeClr val="lt1"/>
              </a:buClr>
              <a:buSzPts val="900"/>
              <a:buFont typeface="Familjen Grotesk"/>
              <a:buNone/>
              <a:defRPr sz="900">
                <a:solidFill>
                  <a:schemeClr val="lt1"/>
                </a:solidFill>
              </a:defRPr>
            </a:lvl7pPr>
            <a:lvl8pPr lvl="7">
              <a:spcBef>
                <a:spcPts val="0"/>
              </a:spcBef>
              <a:spcAft>
                <a:spcPts val="0"/>
              </a:spcAft>
              <a:buClr>
                <a:schemeClr val="lt1"/>
              </a:buClr>
              <a:buSzPts val="900"/>
              <a:buFont typeface="Familjen Grotesk"/>
              <a:buNone/>
              <a:defRPr sz="900">
                <a:solidFill>
                  <a:schemeClr val="lt1"/>
                </a:solidFill>
              </a:defRPr>
            </a:lvl8pPr>
            <a:lvl9pPr lvl="8">
              <a:spcBef>
                <a:spcPts val="0"/>
              </a:spcBef>
              <a:spcAft>
                <a:spcPts val="0"/>
              </a:spcAft>
              <a:buClr>
                <a:schemeClr val="lt1"/>
              </a:buClr>
              <a:buSzPts val="900"/>
              <a:buFont typeface="Familjen Grotesk"/>
              <a:buNone/>
              <a:defRPr sz="900">
                <a:solidFill>
                  <a:schemeClr val="lt1"/>
                </a:solidFill>
              </a:defRPr>
            </a:lvl9pPr>
          </a:lstStyle>
          <a:p/>
        </p:txBody>
      </p:sp>
      <p:sp>
        <p:nvSpPr>
          <p:cNvPr id="358" name="Google Shape;358;p44"/>
          <p:cNvSpPr txBox="1"/>
          <p:nvPr>
            <p:ph idx="9" type="subTitle"/>
          </p:nvPr>
        </p:nvSpPr>
        <p:spPr>
          <a:xfrm>
            <a:off x="6412959"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900"/>
              <a:buNone/>
              <a:defRPr sz="900">
                <a:solidFill>
                  <a:schemeClr val="lt1"/>
                </a:solidFill>
              </a:defRPr>
            </a:lvl1pPr>
            <a:lvl2pPr lvl="1">
              <a:spcBef>
                <a:spcPts val="0"/>
              </a:spcBef>
              <a:spcAft>
                <a:spcPts val="0"/>
              </a:spcAft>
              <a:buClr>
                <a:schemeClr val="lt1"/>
              </a:buClr>
              <a:buSzPts val="900"/>
              <a:buFont typeface="Familjen Grotesk"/>
              <a:buNone/>
              <a:defRPr sz="900">
                <a:solidFill>
                  <a:schemeClr val="lt1"/>
                </a:solidFill>
              </a:defRPr>
            </a:lvl2pPr>
            <a:lvl3pPr lvl="2">
              <a:spcBef>
                <a:spcPts val="0"/>
              </a:spcBef>
              <a:spcAft>
                <a:spcPts val="0"/>
              </a:spcAft>
              <a:buClr>
                <a:schemeClr val="lt1"/>
              </a:buClr>
              <a:buSzPts val="900"/>
              <a:buFont typeface="Familjen Grotesk"/>
              <a:buNone/>
              <a:defRPr sz="900">
                <a:solidFill>
                  <a:schemeClr val="lt1"/>
                </a:solidFill>
              </a:defRPr>
            </a:lvl3pPr>
            <a:lvl4pPr lvl="3">
              <a:spcBef>
                <a:spcPts val="0"/>
              </a:spcBef>
              <a:spcAft>
                <a:spcPts val="0"/>
              </a:spcAft>
              <a:buClr>
                <a:schemeClr val="lt1"/>
              </a:buClr>
              <a:buSzPts val="900"/>
              <a:buFont typeface="Familjen Grotesk"/>
              <a:buNone/>
              <a:defRPr sz="900">
                <a:solidFill>
                  <a:schemeClr val="lt1"/>
                </a:solidFill>
              </a:defRPr>
            </a:lvl4pPr>
            <a:lvl5pPr lvl="4">
              <a:spcBef>
                <a:spcPts val="0"/>
              </a:spcBef>
              <a:spcAft>
                <a:spcPts val="0"/>
              </a:spcAft>
              <a:buClr>
                <a:schemeClr val="lt1"/>
              </a:buClr>
              <a:buSzPts val="900"/>
              <a:buFont typeface="Familjen Grotesk"/>
              <a:buNone/>
              <a:defRPr sz="900">
                <a:solidFill>
                  <a:schemeClr val="lt1"/>
                </a:solidFill>
              </a:defRPr>
            </a:lvl5pPr>
            <a:lvl6pPr lvl="5">
              <a:spcBef>
                <a:spcPts val="0"/>
              </a:spcBef>
              <a:spcAft>
                <a:spcPts val="0"/>
              </a:spcAft>
              <a:buClr>
                <a:schemeClr val="lt1"/>
              </a:buClr>
              <a:buSzPts val="900"/>
              <a:buFont typeface="Familjen Grotesk"/>
              <a:buNone/>
              <a:defRPr sz="900">
                <a:solidFill>
                  <a:schemeClr val="lt1"/>
                </a:solidFill>
              </a:defRPr>
            </a:lvl6pPr>
            <a:lvl7pPr lvl="6">
              <a:spcBef>
                <a:spcPts val="0"/>
              </a:spcBef>
              <a:spcAft>
                <a:spcPts val="0"/>
              </a:spcAft>
              <a:buClr>
                <a:schemeClr val="lt1"/>
              </a:buClr>
              <a:buSzPts val="900"/>
              <a:buFont typeface="Familjen Grotesk"/>
              <a:buNone/>
              <a:defRPr sz="900">
                <a:solidFill>
                  <a:schemeClr val="lt1"/>
                </a:solidFill>
              </a:defRPr>
            </a:lvl7pPr>
            <a:lvl8pPr lvl="7">
              <a:spcBef>
                <a:spcPts val="0"/>
              </a:spcBef>
              <a:spcAft>
                <a:spcPts val="0"/>
              </a:spcAft>
              <a:buClr>
                <a:schemeClr val="lt1"/>
              </a:buClr>
              <a:buSzPts val="900"/>
              <a:buFont typeface="Familjen Grotesk"/>
              <a:buNone/>
              <a:defRPr sz="900">
                <a:solidFill>
                  <a:schemeClr val="lt1"/>
                </a:solidFill>
              </a:defRPr>
            </a:lvl8pPr>
            <a:lvl9pPr lvl="8">
              <a:spcBef>
                <a:spcPts val="0"/>
              </a:spcBef>
              <a:spcAft>
                <a:spcPts val="0"/>
              </a:spcAft>
              <a:buClr>
                <a:schemeClr val="lt1"/>
              </a:buClr>
              <a:buSzPts val="900"/>
              <a:buFont typeface="Familjen Grotesk"/>
              <a:buNone/>
              <a:defRPr sz="900">
                <a:solidFill>
                  <a:schemeClr val="lt1"/>
                </a:solidFill>
              </a:defRPr>
            </a:lvl9pPr>
          </a:lstStyle>
          <a:p/>
        </p:txBody>
      </p:sp>
      <p:sp>
        <p:nvSpPr>
          <p:cNvPr id="359" name="Google Shape;359;p44"/>
          <p:cNvSpPr txBox="1"/>
          <p:nvPr>
            <p:ph idx="13" type="subTitle"/>
          </p:nvPr>
        </p:nvSpPr>
        <p:spPr>
          <a:xfrm>
            <a:off x="7651409"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900"/>
              <a:buNone/>
              <a:defRPr sz="900">
                <a:solidFill>
                  <a:schemeClr val="lt1"/>
                </a:solidFill>
              </a:defRPr>
            </a:lvl1pPr>
            <a:lvl2pPr lvl="1">
              <a:spcBef>
                <a:spcPts val="0"/>
              </a:spcBef>
              <a:spcAft>
                <a:spcPts val="0"/>
              </a:spcAft>
              <a:buClr>
                <a:schemeClr val="lt1"/>
              </a:buClr>
              <a:buSzPts val="900"/>
              <a:buFont typeface="Familjen Grotesk"/>
              <a:buNone/>
              <a:defRPr sz="900">
                <a:solidFill>
                  <a:schemeClr val="lt1"/>
                </a:solidFill>
              </a:defRPr>
            </a:lvl2pPr>
            <a:lvl3pPr lvl="2">
              <a:spcBef>
                <a:spcPts val="0"/>
              </a:spcBef>
              <a:spcAft>
                <a:spcPts val="0"/>
              </a:spcAft>
              <a:buClr>
                <a:schemeClr val="lt1"/>
              </a:buClr>
              <a:buSzPts val="900"/>
              <a:buFont typeface="Familjen Grotesk"/>
              <a:buNone/>
              <a:defRPr sz="900">
                <a:solidFill>
                  <a:schemeClr val="lt1"/>
                </a:solidFill>
              </a:defRPr>
            </a:lvl3pPr>
            <a:lvl4pPr lvl="3">
              <a:spcBef>
                <a:spcPts val="0"/>
              </a:spcBef>
              <a:spcAft>
                <a:spcPts val="0"/>
              </a:spcAft>
              <a:buClr>
                <a:schemeClr val="lt1"/>
              </a:buClr>
              <a:buSzPts val="900"/>
              <a:buFont typeface="Familjen Grotesk"/>
              <a:buNone/>
              <a:defRPr sz="900">
                <a:solidFill>
                  <a:schemeClr val="lt1"/>
                </a:solidFill>
              </a:defRPr>
            </a:lvl4pPr>
            <a:lvl5pPr lvl="4">
              <a:spcBef>
                <a:spcPts val="0"/>
              </a:spcBef>
              <a:spcAft>
                <a:spcPts val="0"/>
              </a:spcAft>
              <a:buClr>
                <a:schemeClr val="lt1"/>
              </a:buClr>
              <a:buSzPts val="900"/>
              <a:buFont typeface="Familjen Grotesk"/>
              <a:buNone/>
              <a:defRPr sz="900">
                <a:solidFill>
                  <a:schemeClr val="lt1"/>
                </a:solidFill>
              </a:defRPr>
            </a:lvl5pPr>
            <a:lvl6pPr lvl="5">
              <a:spcBef>
                <a:spcPts val="0"/>
              </a:spcBef>
              <a:spcAft>
                <a:spcPts val="0"/>
              </a:spcAft>
              <a:buClr>
                <a:schemeClr val="lt1"/>
              </a:buClr>
              <a:buSzPts val="900"/>
              <a:buFont typeface="Familjen Grotesk"/>
              <a:buNone/>
              <a:defRPr sz="900">
                <a:solidFill>
                  <a:schemeClr val="lt1"/>
                </a:solidFill>
              </a:defRPr>
            </a:lvl6pPr>
            <a:lvl7pPr lvl="6">
              <a:spcBef>
                <a:spcPts val="0"/>
              </a:spcBef>
              <a:spcAft>
                <a:spcPts val="0"/>
              </a:spcAft>
              <a:buClr>
                <a:schemeClr val="lt1"/>
              </a:buClr>
              <a:buSzPts val="900"/>
              <a:buFont typeface="Familjen Grotesk"/>
              <a:buNone/>
              <a:defRPr sz="900">
                <a:solidFill>
                  <a:schemeClr val="lt1"/>
                </a:solidFill>
              </a:defRPr>
            </a:lvl7pPr>
            <a:lvl8pPr lvl="7">
              <a:spcBef>
                <a:spcPts val="0"/>
              </a:spcBef>
              <a:spcAft>
                <a:spcPts val="0"/>
              </a:spcAft>
              <a:buClr>
                <a:schemeClr val="lt1"/>
              </a:buClr>
              <a:buSzPts val="900"/>
              <a:buFont typeface="Familjen Grotesk"/>
              <a:buNone/>
              <a:defRPr sz="900">
                <a:solidFill>
                  <a:schemeClr val="lt1"/>
                </a:solidFill>
              </a:defRPr>
            </a:lvl8pPr>
            <a:lvl9pPr lvl="8">
              <a:spcBef>
                <a:spcPts val="0"/>
              </a:spcBef>
              <a:spcAft>
                <a:spcPts val="0"/>
              </a:spcAft>
              <a:buClr>
                <a:schemeClr val="lt1"/>
              </a:buClr>
              <a:buSzPts val="900"/>
              <a:buFont typeface="Familjen Grotesk"/>
              <a:buNone/>
              <a:defRPr sz="900">
                <a:solidFill>
                  <a:schemeClr val="lt1"/>
                </a:solidFill>
              </a:defRPr>
            </a:lvl9pPr>
          </a:lstStyle>
          <a:p/>
        </p:txBody>
      </p:sp>
    </p:spTree>
  </p:cSld>
  <p:clrMapOvr>
    <a:masterClrMapping/>
  </p:clrMapOvr>
  <p:extLst>
    <p:ext uri="{DCECCB84-F9BA-43D5-87BE-67443E8EF086}">
      <p15:sldGuideLst>
        <p15:guide id="1" pos="180">
          <p15:clr>
            <a:srgbClr val="FA7B17"/>
          </p15:clr>
        </p15:guide>
        <p15:guide id="2" pos="2790">
          <p15:clr>
            <a:srgbClr val="FA7B17"/>
          </p15:clr>
        </p15:guide>
        <p15:guide id="3" pos="2970">
          <p15:clr>
            <a:srgbClr val="FA7B17"/>
          </p15:clr>
        </p15:guide>
        <p15:guide id="4" pos="5580">
          <p15:clr>
            <a:srgbClr val="FA7B17"/>
          </p15:clr>
        </p15:guide>
        <p15:guide id="5" orient="horz" pos="180">
          <p15:clr>
            <a:srgbClr val="FA7B17"/>
          </p15:clr>
        </p15:guide>
        <p15:guide id="6" orient="horz" pos="2790">
          <p15:clr>
            <a:srgbClr val="FA7B17"/>
          </p15:clr>
        </p15:guide>
      </p15:sldGuideLst>
    </p:ext>
  </p:extLst>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arterly Chart">
  <p:cSld name="BLANK_1_5">
    <p:bg>
      <p:bgPr>
        <a:solidFill>
          <a:schemeClr val="lt1"/>
        </a:solidFill>
      </p:bgPr>
    </p:bg>
    <p:spTree>
      <p:nvGrpSpPr>
        <p:cNvPr id="360" name="Shape 360"/>
        <p:cNvGrpSpPr/>
        <p:nvPr/>
      </p:nvGrpSpPr>
      <p:grpSpPr>
        <a:xfrm>
          <a:off x="0" y="0"/>
          <a:ext cx="0" cy="0"/>
          <a:chOff x="0" y="0"/>
          <a:chExt cx="0" cy="0"/>
        </a:xfrm>
      </p:grpSpPr>
      <p:sp>
        <p:nvSpPr>
          <p:cNvPr id="361" name="Google Shape;361;p45"/>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62" name="Google Shape;362;p45"/>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363" name="Google Shape;363;p45"/>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364" name="Google Shape;364;p45"/>
          <p:cNvSpPr txBox="1"/>
          <p:nvPr>
            <p:ph type="title"/>
          </p:nvPr>
        </p:nvSpPr>
        <p:spPr>
          <a:xfrm>
            <a:off x="73152" y="335300"/>
            <a:ext cx="44487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400"/>
              <a:buNone/>
              <a:defRPr sz="5400">
                <a:solidFill>
                  <a:schemeClr val="accent2"/>
                </a:solidFill>
              </a:defRPr>
            </a:lvl2pPr>
            <a:lvl3pPr lvl="2">
              <a:lnSpc>
                <a:spcPct val="65000"/>
              </a:lnSpc>
              <a:spcBef>
                <a:spcPts val="0"/>
              </a:spcBef>
              <a:spcAft>
                <a:spcPts val="0"/>
              </a:spcAft>
              <a:buClr>
                <a:schemeClr val="accent2"/>
              </a:buClr>
              <a:buSzPts val="5400"/>
              <a:buNone/>
              <a:defRPr sz="5400">
                <a:solidFill>
                  <a:schemeClr val="accent2"/>
                </a:solidFill>
              </a:defRPr>
            </a:lvl3pPr>
            <a:lvl4pPr lvl="3">
              <a:lnSpc>
                <a:spcPct val="65000"/>
              </a:lnSpc>
              <a:spcBef>
                <a:spcPts val="0"/>
              </a:spcBef>
              <a:spcAft>
                <a:spcPts val="0"/>
              </a:spcAft>
              <a:buClr>
                <a:schemeClr val="accent2"/>
              </a:buClr>
              <a:buSzPts val="5400"/>
              <a:buNone/>
              <a:defRPr sz="5400">
                <a:solidFill>
                  <a:schemeClr val="accent2"/>
                </a:solidFill>
              </a:defRPr>
            </a:lvl4pPr>
            <a:lvl5pPr lvl="4">
              <a:lnSpc>
                <a:spcPct val="65000"/>
              </a:lnSpc>
              <a:spcBef>
                <a:spcPts val="0"/>
              </a:spcBef>
              <a:spcAft>
                <a:spcPts val="0"/>
              </a:spcAft>
              <a:buClr>
                <a:schemeClr val="accent2"/>
              </a:buClr>
              <a:buSzPts val="5400"/>
              <a:buNone/>
              <a:defRPr sz="5400">
                <a:solidFill>
                  <a:schemeClr val="accent2"/>
                </a:solidFill>
              </a:defRPr>
            </a:lvl5pPr>
            <a:lvl6pPr lvl="5">
              <a:lnSpc>
                <a:spcPct val="65000"/>
              </a:lnSpc>
              <a:spcBef>
                <a:spcPts val="0"/>
              </a:spcBef>
              <a:spcAft>
                <a:spcPts val="0"/>
              </a:spcAft>
              <a:buClr>
                <a:schemeClr val="accent2"/>
              </a:buClr>
              <a:buSzPts val="5400"/>
              <a:buNone/>
              <a:defRPr sz="5400">
                <a:solidFill>
                  <a:schemeClr val="accent2"/>
                </a:solidFill>
              </a:defRPr>
            </a:lvl6pPr>
            <a:lvl7pPr lvl="6">
              <a:lnSpc>
                <a:spcPct val="65000"/>
              </a:lnSpc>
              <a:spcBef>
                <a:spcPts val="0"/>
              </a:spcBef>
              <a:spcAft>
                <a:spcPts val="0"/>
              </a:spcAft>
              <a:buClr>
                <a:schemeClr val="accent2"/>
              </a:buClr>
              <a:buSzPts val="5400"/>
              <a:buNone/>
              <a:defRPr sz="5400">
                <a:solidFill>
                  <a:schemeClr val="accent2"/>
                </a:solidFill>
              </a:defRPr>
            </a:lvl7pPr>
            <a:lvl8pPr lvl="7">
              <a:lnSpc>
                <a:spcPct val="65000"/>
              </a:lnSpc>
              <a:spcBef>
                <a:spcPts val="0"/>
              </a:spcBef>
              <a:spcAft>
                <a:spcPts val="0"/>
              </a:spcAft>
              <a:buClr>
                <a:schemeClr val="accent2"/>
              </a:buClr>
              <a:buSzPts val="5400"/>
              <a:buNone/>
              <a:defRPr sz="5400">
                <a:solidFill>
                  <a:schemeClr val="accent2"/>
                </a:solidFill>
              </a:defRPr>
            </a:lvl8pPr>
            <a:lvl9pPr lvl="8">
              <a:lnSpc>
                <a:spcPct val="65000"/>
              </a:lnSpc>
              <a:spcBef>
                <a:spcPts val="0"/>
              </a:spcBef>
              <a:spcAft>
                <a:spcPts val="0"/>
              </a:spcAft>
              <a:buClr>
                <a:schemeClr val="accent2"/>
              </a:buClr>
              <a:buSzPts val="5400"/>
              <a:buNone/>
              <a:defRPr sz="5400">
                <a:solidFill>
                  <a:schemeClr val="accent2"/>
                </a:solidFill>
              </a:defRPr>
            </a:lvl9pPr>
          </a:lstStyle>
          <a:p/>
        </p:txBody>
      </p:sp>
      <p:grpSp>
        <p:nvGrpSpPr>
          <p:cNvPr id="365" name="Google Shape;365;p45"/>
          <p:cNvGrpSpPr/>
          <p:nvPr/>
        </p:nvGrpSpPr>
        <p:grpSpPr>
          <a:xfrm>
            <a:off x="234275" y="1193325"/>
            <a:ext cx="8682900" cy="3704450"/>
            <a:chOff x="234275" y="1193325"/>
            <a:chExt cx="8682900" cy="3704450"/>
          </a:xfrm>
        </p:grpSpPr>
        <p:cxnSp>
          <p:nvCxnSpPr>
            <p:cNvPr id="366" name="Google Shape;366;p45"/>
            <p:cNvCxnSpPr/>
            <p:nvPr/>
          </p:nvCxnSpPr>
          <p:spPr>
            <a:xfrm>
              <a:off x="234275" y="4008300"/>
              <a:ext cx="8682900" cy="0"/>
            </a:xfrm>
            <a:prstGeom prst="straightConnector1">
              <a:avLst/>
            </a:prstGeom>
            <a:noFill/>
            <a:ln cap="flat" cmpd="sng" w="9525">
              <a:solidFill>
                <a:schemeClr val="dk2"/>
              </a:solidFill>
              <a:prstDash val="solid"/>
              <a:round/>
              <a:headEnd len="med" w="med" type="none"/>
              <a:tailEnd len="med" w="med" type="none"/>
            </a:ln>
          </p:spPr>
        </p:cxnSp>
        <p:cxnSp>
          <p:nvCxnSpPr>
            <p:cNvPr id="367" name="Google Shape;367;p45"/>
            <p:cNvCxnSpPr/>
            <p:nvPr/>
          </p:nvCxnSpPr>
          <p:spPr>
            <a:xfrm>
              <a:off x="234275" y="3045563"/>
              <a:ext cx="8682900" cy="0"/>
            </a:xfrm>
            <a:prstGeom prst="straightConnector1">
              <a:avLst/>
            </a:prstGeom>
            <a:noFill/>
            <a:ln cap="flat" cmpd="sng" w="9525">
              <a:solidFill>
                <a:schemeClr val="dk2"/>
              </a:solidFill>
              <a:prstDash val="solid"/>
              <a:round/>
              <a:headEnd len="med" w="med" type="none"/>
              <a:tailEnd len="med" w="med" type="none"/>
            </a:ln>
          </p:spPr>
        </p:cxnSp>
        <p:cxnSp>
          <p:nvCxnSpPr>
            <p:cNvPr id="368" name="Google Shape;368;p45"/>
            <p:cNvCxnSpPr/>
            <p:nvPr/>
          </p:nvCxnSpPr>
          <p:spPr>
            <a:xfrm>
              <a:off x="234275" y="2082825"/>
              <a:ext cx="8682900" cy="0"/>
            </a:xfrm>
            <a:prstGeom prst="straightConnector1">
              <a:avLst/>
            </a:prstGeom>
            <a:noFill/>
            <a:ln cap="flat" cmpd="sng" w="9525">
              <a:solidFill>
                <a:schemeClr val="dk2"/>
              </a:solidFill>
              <a:prstDash val="solid"/>
              <a:round/>
              <a:headEnd len="med" w="med" type="none"/>
              <a:tailEnd len="med" w="med" type="none"/>
            </a:ln>
          </p:spPr>
        </p:cxnSp>
        <p:sp>
          <p:nvSpPr>
            <p:cNvPr id="369" name="Google Shape;369;p45"/>
            <p:cNvSpPr/>
            <p:nvPr/>
          </p:nvSpPr>
          <p:spPr>
            <a:xfrm>
              <a:off x="234275" y="1193325"/>
              <a:ext cx="8675450" cy="3704450"/>
            </a:xfrm>
            <a:custGeom>
              <a:rect b="b" l="l" r="r" t="t"/>
              <a:pathLst>
                <a:path extrusionOk="0" h="148178" w="347018">
                  <a:moveTo>
                    <a:pt x="0" y="0"/>
                  </a:moveTo>
                  <a:lnTo>
                    <a:pt x="0" y="148178"/>
                  </a:lnTo>
                  <a:lnTo>
                    <a:pt x="347018" y="148178"/>
                  </a:lnTo>
                </a:path>
              </a:pathLst>
            </a:custGeom>
            <a:noFill/>
            <a:ln cap="flat" cmpd="sng" w="9525">
              <a:solidFill>
                <a:schemeClr val="accent2"/>
              </a:solidFill>
              <a:prstDash val="solid"/>
              <a:round/>
              <a:headEnd len="med" w="med" type="none"/>
              <a:tailEnd len="med" w="med" type="none"/>
            </a:ln>
          </p:spPr>
        </p:sp>
      </p:grpSp>
      <p:sp>
        <p:nvSpPr>
          <p:cNvPr id="370" name="Google Shape;370;p45"/>
          <p:cNvSpPr txBox="1"/>
          <p:nvPr>
            <p:ph idx="3" type="body"/>
          </p:nvPr>
        </p:nvSpPr>
        <p:spPr>
          <a:xfrm>
            <a:off x="5172399" y="349775"/>
            <a:ext cx="3721800" cy="707100"/>
          </a:xfrm>
          <a:prstGeom prst="rect">
            <a:avLst/>
          </a:prstGeom>
        </p:spPr>
        <p:txBody>
          <a:bodyPr anchorCtr="0" anchor="t" bIns="0" lIns="0" spcFirstLastPara="1" rIns="0"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71" name="Google Shape;371;p45"/>
          <p:cNvSpPr txBox="1"/>
          <p:nvPr>
            <p:ph idx="4" type="subTitle"/>
          </p:nvPr>
        </p:nvSpPr>
        <p:spPr>
          <a:xfrm>
            <a:off x="207975" y="1065775"/>
            <a:ext cx="8007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72" name="Google Shape;372;p45"/>
          <p:cNvSpPr txBox="1"/>
          <p:nvPr>
            <p:ph idx="5" type="subTitle"/>
          </p:nvPr>
        </p:nvSpPr>
        <p:spPr>
          <a:xfrm>
            <a:off x="207975" y="1803028"/>
            <a:ext cx="8007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73" name="Google Shape;373;p45"/>
          <p:cNvSpPr txBox="1"/>
          <p:nvPr>
            <p:ph idx="6" type="subTitle"/>
          </p:nvPr>
        </p:nvSpPr>
        <p:spPr>
          <a:xfrm>
            <a:off x="207975" y="2765045"/>
            <a:ext cx="8007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74" name="Google Shape;374;p45"/>
          <p:cNvSpPr txBox="1"/>
          <p:nvPr>
            <p:ph idx="7" type="subTitle"/>
          </p:nvPr>
        </p:nvSpPr>
        <p:spPr>
          <a:xfrm>
            <a:off x="207975" y="3743075"/>
            <a:ext cx="8007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75" name="Google Shape;375;p45"/>
          <p:cNvSpPr txBox="1"/>
          <p:nvPr>
            <p:ph idx="8" type="subTitle"/>
          </p:nvPr>
        </p:nvSpPr>
        <p:spPr>
          <a:xfrm>
            <a:off x="1656927" y="4574475"/>
            <a:ext cx="800700" cy="2469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b="1" sz="900"/>
            </a:lvl1pPr>
            <a:lvl2pPr lvl="1">
              <a:spcBef>
                <a:spcPts val="0"/>
              </a:spcBef>
              <a:spcAft>
                <a:spcPts val="0"/>
              </a:spcAft>
              <a:buClr>
                <a:schemeClr val="dk1"/>
              </a:buClr>
              <a:buSzPts val="900"/>
              <a:buFont typeface="Familjen Grotesk"/>
              <a:buNone/>
              <a:defRPr b="1" sz="900">
                <a:solidFill>
                  <a:schemeClr val="dk1"/>
                </a:solidFill>
              </a:defRPr>
            </a:lvl2pPr>
            <a:lvl3pPr lvl="2">
              <a:spcBef>
                <a:spcPts val="0"/>
              </a:spcBef>
              <a:spcAft>
                <a:spcPts val="0"/>
              </a:spcAft>
              <a:buClr>
                <a:schemeClr val="dk1"/>
              </a:buClr>
              <a:buSzPts val="900"/>
              <a:buFont typeface="Familjen Grotesk"/>
              <a:buNone/>
              <a:defRPr b="1" sz="900">
                <a:solidFill>
                  <a:schemeClr val="dk1"/>
                </a:solidFill>
              </a:defRPr>
            </a:lvl3pPr>
            <a:lvl4pPr lvl="3">
              <a:spcBef>
                <a:spcPts val="0"/>
              </a:spcBef>
              <a:spcAft>
                <a:spcPts val="0"/>
              </a:spcAft>
              <a:buClr>
                <a:schemeClr val="dk1"/>
              </a:buClr>
              <a:buSzPts val="900"/>
              <a:buFont typeface="Familjen Grotesk"/>
              <a:buNone/>
              <a:defRPr b="1" sz="900">
                <a:solidFill>
                  <a:schemeClr val="dk1"/>
                </a:solidFill>
              </a:defRPr>
            </a:lvl4pPr>
            <a:lvl5pPr lvl="4">
              <a:spcBef>
                <a:spcPts val="0"/>
              </a:spcBef>
              <a:spcAft>
                <a:spcPts val="0"/>
              </a:spcAft>
              <a:buClr>
                <a:schemeClr val="dk1"/>
              </a:buClr>
              <a:buSzPts val="900"/>
              <a:buFont typeface="Familjen Grotesk"/>
              <a:buNone/>
              <a:defRPr b="1" sz="900">
                <a:solidFill>
                  <a:schemeClr val="dk1"/>
                </a:solidFill>
              </a:defRPr>
            </a:lvl5pPr>
            <a:lvl6pPr lvl="5">
              <a:spcBef>
                <a:spcPts val="0"/>
              </a:spcBef>
              <a:spcAft>
                <a:spcPts val="0"/>
              </a:spcAft>
              <a:buClr>
                <a:schemeClr val="dk1"/>
              </a:buClr>
              <a:buSzPts val="900"/>
              <a:buFont typeface="Familjen Grotesk"/>
              <a:buNone/>
              <a:defRPr b="1" sz="900">
                <a:solidFill>
                  <a:schemeClr val="dk1"/>
                </a:solidFill>
              </a:defRPr>
            </a:lvl6pPr>
            <a:lvl7pPr lvl="6">
              <a:spcBef>
                <a:spcPts val="0"/>
              </a:spcBef>
              <a:spcAft>
                <a:spcPts val="0"/>
              </a:spcAft>
              <a:buClr>
                <a:schemeClr val="dk1"/>
              </a:buClr>
              <a:buSzPts val="900"/>
              <a:buFont typeface="Familjen Grotesk"/>
              <a:buNone/>
              <a:defRPr b="1" sz="900">
                <a:solidFill>
                  <a:schemeClr val="dk1"/>
                </a:solidFill>
              </a:defRPr>
            </a:lvl7pPr>
            <a:lvl8pPr lvl="7">
              <a:spcBef>
                <a:spcPts val="0"/>
              </a:spcBef>
              <a:spcAft>
                <a:spcPts val="0"/>
              </a:spcAft>
              <a:buClr>
                <a:schemeClr val="dk1"/>
              </a:buClr>
              <a:buSzPts val="900"/>
              <a:buFont typeface="Familjen Grotesk"/>
              <a:buNone/>
              <a:defRPr b="1" sz="900">
                <a:solidFill>
                  <a:schemeClr val="dk1"/>
                </a:solidFill>
              </a:defRPr>
            </a:lvl8pPr>
            <a:lvl9pPr lvl="8">
              <a:spcBef>
                <a:spcPts val="0"/>
              </a:spcBef>
              <a:spcAft>
                <a:spcPts val="0"/>
              </a:spcAft>
              <a:buClr>
                <a:schemeClr val="dk1"/>
              </a:buClr>
              <a:buSzPts val="900"/>
              <a:buFont typeface="Familjen Grotesk"/>
              <a:buNone/>
              <a:defRPr b="1" sz="900">
                <a:solidFill>
                  <a:schemeClr val="dk1"/>
                </a:solidFill>
              </a:defRPr>
            </a:lvl9pPr>
          </a:lstStyle>
          <a:p/>
        </p:txBody>
      </p:sp>
      <p:sp>
        <p:nvSpPr>
          <p:cNvPr id="376" name="Google Shape;376;p45"/>
          <p:cNvSpPr txBox="1"/>
          <p:nvPr>
            <p:ph idx="9" type="subTitle"/>
          </p:nvPr>
        </p:nvSpPr>
        <p:spPr>
          <a:xfrm>
            <a:off x="3200680" y="4574475"/>
            <a:ext cx="800700" cy="2469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b="1" sz="900"/>
            </a:lvl1pPr>
            <a:lvl2pPr lvl="1">
              <a:spcBef>
                <a:spcPts val="0"/>
              </a:spcBef>
              <a:spcAft>
                <a:spcPts val="0"/>
              </a:spcAft>
              <a:buClr>
                <a:schemeClr val="dk1"/>
              </a:buClr>
              <a:buSzPts val="900"/>
              <a:buFont typeface="Familjen Grotesk"/>
              <a:buNone/>
              <a:defRPr b="1" sz="900">
                <a:solidFill>
                  <a:schemeClr val="dk1"/>
                </a:solidFill>
              </a:defRPr>
            </a:lvl2pPr>
            <a:lvl3pPr lvl="2">
              <a:spcBef>
                <a:spcPts val="0"/>
              </a:spcBef>
              <a:spcAft>
                <a:spcPts val="0"/>
              </a:spcAft>
              <a:buClr>
                <a:schemeClr val="dk1"/>
              </a:buClr>
              <a:buSzPts val="900"/>
              <a:buFont typeface="Familjen Grotesk"/>
              <a:buNone/>
              <a:defRPr b="1" sz="900">
                <a:solidFill>
                  <a:schemeClr val="dk1"/>
                </a:solidFill>
              </a:defRPr>
            </a:lvl3pPr>
            <a:lvl4pPr lvl="3">
              <a:spcBef>
                <a:spcPts val="0"/>
              </a:spcBef>
              <a:spcAft>
                <a:spcPts val="0"/>
              </a:spcAft>
              <a:buClr>
                <a:schemeClr val="dk1"/>
              </a:buClr>
              <a:buSzPts val="900"/>
              <a:buFont typeface="Familjen Grotesk"/>
              <a:buNone/>
              <a:defRPr b="1" sz="900">
                <a:solidFill>
                  <a:schemeClr val="dk1"/>
                </a:solidFill>
              </a:defRPr>
            </a:lvl4pPr>
            <a:lvl5pPr lvl="4">
              <a:spcBef>
                <a:spcPts val="0"/>
              </a:spcBef>
              <a:spcAft>
                <a:spcPts val="0"/>
              </a:spcAft>
              <a:buClr>
                <a:schemeClr val="dk1"/>
              </a:buClr>
              <a:buSzPts val="900"/>
              <a:buFont typeface="Familjen Grotesk"/>
              <a:buNone/>
              <a:defRPr b="1" sz="900">
                <a:solidFill>
                  <a:schemeClr val="dk1"/>
                </a:solidFill>
              </a:defRPr>
            </a:lvl5pPr>
            <a:lvl6pPr lvl="5">
              <a:spcBef>
                <a:spcPts val="0"/>
              </a:spcBef>
              <a:spcAft>
                <a:spcPts val="0"/>
              </a:spcAft>
              <a:buClr>
                <a:schemeClr val="dk1"/>
              </a:buClr>
              <a:buSzPts val="900"/>
              <a:buFont typeface="Familjen Grotesk"/>
              <a:buNone/>
              <a:defRPr b="1" sz="900">
                <a:solidFill>
                  <a:schemeClr val="dk1"/>
                </a:solidFill>
              </a:defRPr>
            </a:lvl6pPr>
            <a:lvl7pPr lvl="6">
              <a:spcBef>
                <a:spcPts val="0"/>
              </a:spcBef>
              <a:spcAft>
                <a:spcPts val="0"/>
              </a:spcAft>
              <a:buClr>
                <a:schemeClr val="dk1"/>
              </a:buClr>
              <a:buSzPts val="900"/>
              <a:buFont typeface="Familjen Grotesk"/>
              <a:buNone/>
              <a:defRPr b="1" sz="900">
                <a:solidFill>
                  <a:schemeClr val="dk1"/>
                </a:solidFill>
              </a:defRPr>
            </a:lvl7pPr>
            <a:lvl8pPr lvl="7">
              <a:spcBef>
                <a:spcPts val="0"/>
              </a:spcBef>
              <a:spcAft>
                <a:spcPts val="0"/>
              </a:spcAft>
              <a:buClr>
                <a:schemeClr val="dk1"/>
              </a:buClr>
              <a:buSzPts val="900"/>
              <a:buFont typeface="Familjen Grotesk"/>
              <a:buNone/>
              <a:defRPr b="1" sz="900">
                <a:solidFill>
                  <a:schemeClr val="dk1"/>
                </a:solidFill>
              </a:defRPr>
            </a:lvl8pPr>
            <a:lvl9pPr lvl="8">
              <a:spcBef>
                <a:spcPts val="0"/>
              </a:spcBef>
              <a:spcAft>
                <a:spcPts val="0"/>
              </a:spcAft>
              <a:buClr>
                <a:schemeClr val="dk1"/>
              </a:buClr>
              <a:buSzPts val="900"/>
              <a:buFont typeface="Familjen Grotesk"/>
              <a:buNone/>
              <a:defRPr b="1" sz="900">
                <a:solidFill>
                  <a:schemeClr val="dk1"/>
                </a:solidFill>
              </a:defRPr>
            </a:lvl9pPr>
          </a:lstStyle>
          <a:p/>
        </p:txBody>
      </p:sp>
      <p:sp>
        <p:nvSpPr>
          <p:cNvPr id="377" name="Google Shape;377;p45"/>
          <p:cNvSpPr txBox="1"/>
          <p:nvPr>
            <p:ph idx="13" type="subTitle"/>
          </p:nvPr>
        </p:nvSpPr>
        <p:spPr>
          <a:xfrm>
            <a:off x="4745382" y="4574475"/>
            <a:ext cx="800700" cy="2469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b="1" sz="900"/>
            </a:lvl1pPr>
            <a:lvl2pPr lvl="1">
              <a:spcBef>
                <a:spcPts val="0"/>
              </a:spcBef>
              <a:spcAft>
                <a:spcPts val="0"/>
              </a:spcAft>
              <a:buClr>
                <a:schemeClr val="dk1"/>
              </a:buClr>
              <a:buSzPts val="900"/>
              <a:buFont typeface="Familjen Grotesk"/>
              <a:buNone/>
              <a:defRPr b="1" sz="900">
                <a:solidFill>
                  <a:schemeClr val="dk1"/>
                </a:solidFill>
              </a:defRPr>
            </a:lvl2pPr>
            <a:lvl3pPr lvl="2">
              <a:spcBef>
                <a:spcPts val="0"/>
              </a:spcBef>
              <a:spcAft>
                <a:spcPts val="0"/>
              </a:spcAft>
              <a:buClr>
                <a:schemeClr val="dk1"/>
              </a:buClr>
              <a:buSzPts val="900"/>
              <a:buFont typeface="Familjen Grotesk"/>
              <a:buNone/>
              <a:defRPr b="1" sz="900">
                <a:solidFill>
                  <a:schemeClr val="dk1"/>
                </a:solidFill>
              </a:defRPr>
            </a:lvl3pPr>
            <a:lvl4pPr lvl="3">
              <a:spcBef>
                <a:spcPts val="0"/>
              </a:spcBef>
              <a:spcAft>
                <a:spcPts val="0"/>
              </a:spcAft>
              <a:buClr>
                <a:schemeClr val="dk1"/>
              </a:buClr>
              <a:buSzPts val="900"/>
              <a:buFont typeface="Familjen Grotesk"/>
              <a:buNone/>
              <a:defRPr b="1" sz="900">
                <a:solidFill>
                  <a:schemeClr val="dk1"/>
                </a:solidFill>
              </a:defRPr>
            </a:lvl4pPr>
            <a:lvl5pPr lvl="4">
              <a:spcBef>
                <a:spcPts val="0"/>
              </a:spcBef>
              <a:spcAft>
                <a:spcPts val="0"/>
              </a:spcAft>
              <a:buClr>
                <a:schemeClr val="dk1"/>
              </a:buClr>
              <a:buSzPts val="900"/>
              <a:buFont typeface="Familjen Grotesk"/>
              <a:buNone/>
              <a:defRPr b="1" sz="900">
                <a:solidFill>
                  <a:schemeClr val="dk1"/>
                </a:solidFill>
              </a:defRPr>
            </a:lvl5pPr>
            <a:lvl6pPr lvl="5">
              <a:spcBef>
                <a:spcPts val="0"/>
              </a:spcBef>
              <a:spcAft>
                <a:spcPts val="0"/>
              </a:spcAft>
              <a:buClr>
                <a:schemeClr val="dk1"/>
              </a:buClr>
              <a:buSzPts val="900"/>
              <a:buFont typeface="Familjen Grotesk"/>
              <a:buNone/>
              <a:defRPr b="1" sz="900">
                <a:solidFill>
                  <a:schemeClr val="dk1"/>
                </a:solidFill>
              </a:defRPr>
            </a:lvl6pPr>
            <a:lvl7pPr lvl="6">
              <a:spcBef>
                <a:spcPts val="0"/>
              </a:spcBef>
              <a:spcAft>
                <a:spcPts val="0"/>
              </a:spcAft>
              <a:buClr>
                <a:schemeClr val="dk1"/>
              </a:buClr>
              <a:buSzPts val="900"/>
              <a:buFont typeface="Familjen Grotesk"/>
              <a:buNone/>
              <a:defRPr b="1" sz="900">
                <a:solidFill>
                  <a:schemeClr val="dk1"/>
                </a:solidFill>
              </a:defRPr>
            </a:lvl7pPr>
            <a:lvl8pPr lvl="7">
              <a:spcBef>
                <a:spcPts val="0"/>
              </a:spcBef>
              <a:spcAft>
                <a:spcPts val="0"/>
              </a:spcAft>
              <a:buClr>
                <a:schemeClr val="dk1"/>
              </a:buClr>
              <a:buSzPts val="900"/>
              <a:buFont typeface="Familjen Grotesk"/>
              <a:buNone/>
              <a:defRPr b="1" sz="900">
                <a:solidFill>
                  <a:schemeClr val="dk1"/>
                </a:solidFill>
              </a:defRPr>
            </a:lvl8pPr>
            <a:lvl9pPr lvl="8">
              <a:spcBef>
                <a:spcPts val="0"/>
              </a:spcBef>
              <a:spcAft>
                <a:spcPts val="0"/>
              </a:spcAft>
              <a:buClr>
                <a:schemeClr val="dk1"/>
              </a:buClr>
              <a:buSzPts val="900"/>
              <a:buFont typeface="Familjen Grotesk"/>
              <a:buNone/>
              <a:defRPr b="1" sz="900">
                <a:solidFill>
                  <a:schemeClr val="dk1"/>
                </a:solidFill>
              </a:defRPr>
            </a:lvl9pPr>
          </a:lstStyle>
          <a:p/>
        </p:txBody>
      </p:sp>
      <p:sp>
        <p:nvSpPr>
          <p:cNvPr id="378" name="Google Shape;378;p45"/>
          <p:cNvSpPr txBox="1"/>
          <p:nvPr>
            <p:ph idx="14" type="subTitle"/>
          </p:nvPr>
        </p:nvSpPr>
        <p:spPr>
          <a:xfrm>
            <a:off x="6290585" y="4574475"/>
            <a:ext cx="800700" cy="2469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b="1" sz="900"/>
            </a:lvl1pPr>
            <a:lvl2pPr lvl="1">
              <a:spcBef>
                <a:spcPts val="0"/>
              </a:spcBef>
              <a:spcAft>
                <a:spcPts val="0"/>
              </a:spcAft>
              <a:buClr>
                <a:schemeClr val="dk1"/>
              </a:buClr>
              <a:buSzPts val="900"/>
              <a:buFont typeface="Familjen Grotesk"/>
              <a:buNone/>
              <a:defRPr b="1" sz="900">
                <a:solidFill>
                  <a:schemeClr val="dk1"/>
                </a:solidFill>
              </a:defRPr>
            </a:lvl2pPr>
            <a:lvl3pPr lvl="2">
              <a:spcBef>
                <a:spcPts val="0"/>
              </a:spcBef>
              <a:spcAft>
                <a:spcPts val="0"/>
              </a:spcAft>
              <a:buClr>
                <a:schemeClr val="dk1"/>
              </a:buClr>
              <a:buSzPts val="900"/>
              <a:buFont typeface="Familjen Grotesk"/>
              <a:buNone/>
              <a:defRPr b="1" sz="900">
                <a:solidFill>
                  <a:schemeClr val="dk1"/>
                </a:solidFill>
              </a:defRPr>
            </a:lvl3pPr>
            <a:lvl4pPr lvl="3">
              <a:spcBef>
                <a:spcPts val="0"/>
              </a:spcBef>
              <a:spcAft>
                <a:spcPts val="0"/>
              </a:spcAft>
              <a:buClr>
                <a:schemeClr val="dk1"/>
              </a:buClr>
              <a:buSzPts val="900"/>
              <a:buFont typeface="Familjen Grotesk"/>
              <a:buNone/>
              <a:defRPr b="1" sz="900">
                <a:solidFill>
                  <a:schemeClr val="dk1"/>
                </a:solidFill>
              </a:defRPr>
            </a:lvl4pPr>
            <a:lvl5pPr lvl="4">
              <a:spcBef>
                <a:spcPts val="0"/>
              </a:spcBef>
              <a:spcAft>
                <a:spcPts val="0"/>
              </a:spcAft>
              <a:buClr>
                <a:schemeClr val="dk1"/>
              </a:buClr>
              <a:buSzPts val="900"/>
              <a:buFont typeface="Familjen Grotesk"/>
              <a:buNone/>
              <a:defRPr b="1" sz="900">
                <a:solidFill>
                  <a:schemeClr val="dk1"/>
                </a:solidFill>
              </a:defRPr>
            </a:lvl5pPr>
            <a:lvl6pPr lvl="5">
              <a:spcBef>
                <a:spcPts val="0"/>
              </a:spcBef>
              <a:spcAft>
                <a:spcPts val="0"/>
              </a:spcAft>
              <a:buClr>
                <a:schemeClr val="dk1"/>
              </a:buClr>
              <a:buSzPts val="900"/>
              <a:buFont typeface="Familjen Grotesk"/>
              <a:buNone/>
              <a:defRPr b="1" sz="900">
                <a:solidFill>
                  <a:schemeClr val="dk1"/>
                </a:solidFill>
              </a:defRPr>
            </a:lvl6pPr>
            <a:lvl7pPr lvl="6">
              <a:spcBef>
                <a:spcPts val="0"/>
              </a:spcBef>
              <a:spcAft>
                <a:spcPts val="0"/>
              </a:spcAft>
              <a:buClr>
                <a:schemeClr val="dk1"/>
              </a:buClr>
              <a:buSzPts val="900"/>
              <a:buFont typeface="Familjen Grotesk"/>
              <a:buNone/>
              <a:defRPr b="1" sz="900">
                <a:solidFill>
                  <a:schemeClr val="dk1"/>
                </a:solidFill>
              </a:defRPr>
            </a:lvl7pPr>
            <a:lvl8pPr lvl="7">
              <a:spcBef>
                <a:spcPts val="0"/>
              </a:spcBef>
              <a:spcAft>
                <a:spcPts val="0"/>
              </a:spcAft>
              <a:buClr>
                <a:schemeClr val="dk1"/>
              </a:buClr>
              <a:buSzPts val="900"/>
              <a:buFont typeface="Familjen Grotesk"/>
              <a:buNone/>
              <a:defRPr b="1" sz="900">
                <a:solidFill>
                  <a:schemeClr val="dk1"/>
                </a:solidFill>
              </a:defRPr>
            </a:lvl8pPr>
            <a:lvl9pPr lvl="8">
              <a:spcBef>
                <a:spcPts val="0"/>
              </a:spcBef>
              <a:spcAft>
                <a:spcPts val="0"/>
              </a:spcAft>
              <a:buClr>
                <a:schemeClr val="dk1"/>
              </a:buClr>
              <a:buSzPts val="900"/>
              <a:buFont typeface="Familjen Grotesk"/>
              <a:buNone/>
              <a:defRPr b="1" sz="900">
                <a:solidFill>
                  <a:schemeClr val="dk1"/>
                </a:solidFill>
              </a:defRPr>
            </a:lvl9pPr>
          </a:lstStyle>
          <a:p/>
        </p:txBody>
      </p:sp>
      <p:sp>
        <p:nvSpPr>
          <p:cNvPr id="379" name="Google Shape;379;p45"/>
          <p:cNvSpPr txBox="1"/>
          <p:nvPr>
            <p:ph idx="15" type="subTitle"/>
          </p:nvPr>
        </p:nvSpPr>
        <p:spPr>
          <a:xfrm>
            <a:off x="7839538" y="4574475"/>
            <a:ext cx="800700" cy="2469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b="1" sz="900"/>
            </a:lvl1pPr>
            <a:lvl2pPr lvl="1">
              <a:spcBef>
                <a:spcPts val="0"/>
              </a:spcBef>
              <a:spcAft>
                <a:spcPts val="0"/>
              </a:spcAft>
              <a:buClr>
                <a:schemeClr val="dk1"/>
              </a:buClr>
              <a:buSzPts val="900"/>
              <a:buFont typeface="Familjen Grotesk"/>
              <a:buNone/>
              <a:defRPr b="1" sz="900">
                <a:solidFill>
                  <a:schemeClr val="dk1"/>
                </a:solidFill>
              </a:defRPr>
            </a:lvl2pPr>
            <a:lvl3pPr lvl="2">
              <a:spcBef>
                <a:spcPts val="0"/>
              </a:spcBef>
              <a:spcAft>
                <a:spcPts val="0"/>
              </a:spcAft>
              <a:buClr>
                <a:schemeClr val="dk1"/>
              </a:buClr>
              <a:buSzPts val="900"/>
              <a:buFont typeface="Familjen Grotesk"/>
              <a:buNone/>
              <a:defRPr b="1" sz="900">
                <a:solidFill>
                  <a:schemeClr val="dk1"/>
                </a:solidFill>
              </a:defRPr>
            </a:lvl3pPr>
            <a:lvl4pPr lvl="3">
              <a:spcBef>
                <a:spcPts val="0"/>
              </a:spcBef>
              <a:spcAft>
                <a:spcPts val="0"/>
              </a:spcAft>
              <a:buClr>
                <a:schemeClr val="dk1"/>
              </a:buClr>
              <a:buSzPts val="900"/>
              <a:buFont typeface="Familjen Grotesk"/>
              <a:buNone/>
              <a:defRPr b="1" sz="900">
                <a:solidFill>
                  <a:schemeClr val="dk1"/>
                </a:solidFill>
              </a:defRPr>
            </a:lvl4pPr>
            <a:lvl5pPr lvl="4">
              <a:spcBef>
                <a:spcPts val="0"/>
              </a:spcBef>
              <a:spcAft>
                <a:spcPts val="0"/>
              </a:spcAft>
              <a:buClr>
                <a:schemeClr val="dk1"/>
              </a:buClr>
              <a:buSzPts val="900"/>
              <a:buFont typeface="Familjen Grotesk"/>
              <a:buNone/>
              <a:defRPr b="1" sz="900">
                <a:solidFill>
                  <a:schemeClr val="dk1"/>
                </a:solidFill>
              </a:defRPr>
            </a:lvl5pPr>
            <a:lvl6pPr lvl="5">
              <a:spcBef>
                <a:spcPts val="0"/>
              </a:spcBef>
              <a:spcAft>
                <a:spcPts val="0"/>
              </a:spcAft>
              <a:buClr>
                <a:schemeClr val="dk1"/>
              </a:buClr>
              <a:buSzPts val="900"/>
              <a:buFont typeface="Familjen Grotesk"/>
              <a:buNone/>
              <a:defRPr b="1" sz="900">
                <a:solidFill>
                  <a:schemeClr val="dk1"/>
                </a:solidFill>
              </a:defRPr>
            </a:lvl6pPr>
            <a:lvl7pPr lvl="6">
              <a:spcBef>
                <a:spcPts val="0"/>
              </a:spcBef>
              <a:spcAft>
                <a:spcPts val="0"/>
              </a:spcAft>
              <a:buClr>
                <a:schemeClr val="dk1"/>
              </a:buClr>
              <a:buSzPts val="900"/>
              <a:buFont typeface="Familjen Grotesk"/>
              <a:buNone/>
              <a:defRPr b="1" sz="900">
                <a:solidFill>
                  <a:schemeClr val="dk1"/>
                </a:solidFill>
              </a:defRPr>
            </a:lvl7pPr>
            <a:lvl8pPr lvl="7">
              <a:spcBef>
                <a:spcPts val="0"/>
              </a:spcBef>
              <a:spcAft>
                <a:spcPts val="0"/>
              </a:spcAft>
              <a:buClr>
                <a:schemeClr val="dk1"/>
              </a:buClr>
              <a:buSzPts val="900"/>
              <a:buFont typeface="Familjen Grotesk"/>
              <a:buNone/>
              <a:defRPr b="1" sz="900">
                <a:solidFill>
                  <a:schemeClr val="dk1"/>
                </a:solidFill>
              </a:defRPr>
            </a:lvl8pPr>
            <a:lvl9pPr lvl="8">
              <a:spcBef>
                <a:spcPts val="0"/>
              </a:spcBef>
              <a:spcAft>
                <a:spcPts val="0"/>
              </a:spcAft>
              <a:buClr>
                <a:schemeClr val="dk1"/>
              </a:buClr>
              <a:buSzPts val="900"/>
              <a:buFont typeface="Familjen Grotesk"/>
              <a:buNone/>
              <a:defRPr b="1" sz="900">
                <a:solidFill>
                  <a:schemeClr val="dk1"/>
                </a:solidFill>
              </a:defRPr>
            </a:lvl9pPr>
          </a:lstStyle>
          <a:p/>
        </p:txBody>
      </p:sp>
    </p:spTree>
  </p:cSld>
  <p:clrMapOvr>
    <a:masterClrMapping/>
  </p:clrMapOvr>
  <p:extLst>
    <p:ext uri="{DCECCB84-F9BA-43D5-87BE-67443E8EF086}">
      <p15:sldGuideLst>
        <p15:guide id="1" pos="180">
          <p15:clr>
            <a:srgbClr val="FA7B17"/>
          </p15:clr>
        </p15:guide>
        <p15:guide id="2" pos="2790">
          <p15:clr>
            <a:srgbClr val="FA7B17"/>
          </p15:clr>
        </p15:guide>
        <p15:guide id="3" pos="2970">
          <p15:clr>
            <a:srgbClr val="FA7B17"/>
          </p15:clr>
        </p15:guide>
        <p15:guide id="4" pos="5580">
          <p15:clr>
            <a:srgbClr val="FA7B17"/>
          </p15:clr>
        </p15:guide>
        <p15:guide id="5" orient="horz" pos="180">
          <p15:clr>
            <a:srgbClr val="FA7B17"/>
          </p15:clr>
        </p15:guide>
        <p15:guide id="6" orient="horz" pos="2790">
          <p15:clr>
            <a:srgbClr val="FA7B17"/>
          </p15:clr>
        </p15:guide>
      </p15:sldGuideLst>
    </p:ext>
  </p:extLst>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oney Stats">
  <p:cSld name="CUSTOM_1_2_2_1">
    <p:bg>
      <p:bgPr>
        <a:solidFill>
          <a:schemeClr val="lt1"/>
        </a:solidFill>
      </p:bgPr>
    </p:bg>
    <p:spTree>
      <p:nvGrpSpPr>
        <p:cNvPr id="380" name="Shape 380"/>
        <p:cNvGrpSpPr/>
        <p:nvPr/>
      </p:nvGrpSpPr>
      <p:grpSpPr>
        <a:xfrm>
          <a:off x="0" y="0"/>
          <a:ext cx="0" cy="0"/>
          <a:chOff x="0" y="0"/>
          <a:chExt cx="0" cy="0"/>
        </a:xfrm>
      </p:grpSpPr>
      <p:sp>
        <p:nvSpPr>
          <p:cNvPr id="381" name="Google Shape;381;p46"/>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82" name="Google Shape;382;p46"/>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383" name="Google Shape;383;p46"/>
          <p:cNvSpPr txBox="1"/>
          <p:nvPr>
            <p:ph type="title"/>
          </p:nvPr>
        </p:nvSpPr>
        <p:spPr>
          <a:xfrm>
            <a:off x="73152" y="335300"/>
            <a:ext cx="8884800" cy="905100"/>
          </a:xfrm>
          <a:prstGeom prst="rect">
            <a:avLst/>
          </a:prstGeom>
        </p:spPr>
        <p:txBody>
          <a:bodyPr anchorCtr="0" anchor="t" bIns="91425" lIns="91425" spcFirstLastPara="1" rIns="91425" wrap="square" tIns="91425">
            <a:norm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600"/>
              <a:buNone/>
              <a:defRPr sz="5600">
                <a:solidFill>
                  <a:schemeClr val="accent2"/>
                </a:solidFill>
              </a:defRPr>
            </a:lvl2pPr>
            <a:lvl3pPr lvl="2">
              <a:lnSpc>
                <a:spcPct val="65000"/>
              </a:lnSpc>
              <a:spcBef>
                <a:spcPts val="0"/>
              </a:spcBef>
              <a:spcAft>
                <a:spcPts val="0"/>
              </a:spcAft>
              <a:buClr>
                <a:schemeClr val="accent2"/>
              </a:buClr>
              <a:buSzPts val="5600"/>
              <a:buNone/>
              <a:defRPr sz="5600">
                <a:solidFill>
                  <a:schemeClr val="accent2"/>
                </a:solidFill>
              </a:defRPr>
            </a:lvl3pPr>
            <a:lvl4pPr lvl="3">
              <a:lnSpc>
                <a:spcPct val="65000"/>
              </a:lnSpc>
              <a:spcBef>
                <a:spcPts val="0"/>
              </a:spcBef>
              <a:spcAft>
                <a:spcPts val="0"/>
              </a:spcAft>
              <a:buClr>
                <a:schemeClr val="accent2"/>
              </a:buClr>
              <a:buSzPts val="5600"/>
              <a:buNone/>
              <a:defRPr sz="5600">
                <a:solidFill>
                  <a:schemeClr val="accent2"/>
                </a:solidFill>
              </a:defRPr>
            </a:lvl4pPr>
            <a:lvl5pPr lvl="4">
              <a:lnSpc>
                <a:spcPct val="65000"/>
              </a:lnSpc>
              <a:spcBef>
                <a:spcPts val="0"/>
              </a:spcBef>
              <a:spcAft>
                <a:spcPts val="0"/>
              </a:spcAft>
              <a:buClr>
                <a:schemeClr val="accent2"/>
              </a:buClr>
              <a:buSzPts val="5600"/>
              <a:buNone/>
              <a:defRPr sz="5600">
                <a:solidFill>
                  <a:schemeClr val="accent2"/>
                </a:solidFill>
              </a:defRPr>
            </a:lvl5pPr>
            <a:lvl6pPr lvl="5">
              <a:lnSpc>
                <a:spcPct val="65000"/>
              </a:lnSpc>
              <a:spcBef>
                <a:spcPts val="0"/>
              </a:spcBef>
              <a:spcAft>
                <a:spcPts val="0"/>
              </a:spcAft>
              <a:buClr>
                <a:schemeClr val="accent2"/>
              </a:buClr>
              <a:buSzPts val="5600"/>
              <a:buNone/>
              <a:defRPr sz="5600">
                <a:solidFill>
                  <a:schemeClr val="accent2"/>
                </a:solidFill>
              </a:defRPr>
            </a:lvl6pPr>
            <a:lvl7pPr lvl="6">
              <a:lnSpc>
                <a:spcPct val="65000"/>
              </a:lnSpc>
              <a:spcBef>
                <a:spcPts val="0"/>
              </a:spcBef>
              <a:spcAft>
                <a:spcPts val="0"/>
              </a:spcAft>
              <a:buClr>
                <a:schemeClr val="accent2"/>
              </a:buClr>
              <a:buSzPts val="5600"/>
              <a:buNone/>
              <a:defRPr sz="5600">
                <a:solidFill>
                  <a:schemeClr val="accent2"/>
                </a:solidFill>
              </a:defRPr>
            </a:lvl7pPr>
            <a:lvl8pPr lvl="7">
              <a:lnSpc>
                <a:spcPct val="65000"/>
              </a:lnSpc>
              <a:spcBef>
                <a:spcPts val="0"/>
              </a:spcBef>
              <a:spcAft>
                <a:spcPts val="0"/>
              </a:spcAft>
              <a:buClr>
                <a:schemeClr val="accent2"/>
              </a:buClr>
              <a:buSzPts val="5600"/>
              <a:buNone/>
              <a:defRPr sz="5600">
                <a:solidFill>
                  <a:schemeClr val="accent2"/>
                </a:solidFill>
              </a:defRPr>
            </a:lvl8pPr>
            <a:lvl9pPr lvl="8">
              <a:lnSpc>
                <a:spcPct val="65000"/>
              </a:lnSpc>
              <a:spcBef>
                <a:spcPts val="0"/>
              </a:spcBef>
              <a:spcAft>
                <a:spcPts val="0"/>
              </a:spcAft>
              <a:buClr>
                <a:schemeClr val="accent2"/>
              </a:buClr>
              <a:buSzPts val="5600"/>
              <a:buNone/>
              <a:defRPr sz="5600">
                <a:solidFill>
                  <a:schemeClr val="accent2"/>
                </a:solidFill>
              </a:defRPr>
            </a:lvl9pPr>
          </a:lstStyle>
          <a:p/>
        </p:txBody>
      </p:sp>
      <p:sp>
        <p:nvSpPr>
          <p:cNvPr id="384" name="Google Shape;384;p46"/>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385" name="Google Shape;385;p46"/>
          <p:cNvSpPr txBox="1"/>
          <p:nvPr>
            <p:ph idx="3" type="subTitle"/>
          </p:nvPr>
        </p:nvSpPr>
        <p:spPr>
          <a:xfrm>
            <a:off x="302250" y="2300325"/>
            <a:ext cx="2428800" cy="246900"/>
          </a:xfrm>
          <a:prstGeom prst="rect">
            <a:avLst/>
          </a:prstGeom>
        </p:spPr>
        <p:txBody>
          <a:bodyPr anchorCtr="0" anchor="t" bIns="0" lIns="0" spcFirstLastPara="1" rIns="0" wrap="square" tIns="0">
            <a:noAutofit/>
          </a:bodyPr>
          <a:lstStyle>
            <a:lvl1pPr lvl="0">
              <a:spcBef>
                <a:spcPts val="0"/>
              </a:spcBef>
              <a:spcAft>
                <a:spcPts val="0"/>
              </a:spcAft>
              <a:buSzPts val="1400"/>
              <a:buNone/>
              <a:defRPr sz="14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86" name="Google Shape;386;p46"/>
          <p:cNvSpPr txBox="1"/>
          <p:nvPr>
            <p:ph idx="4" type="body"/>
          </p:nvPr>
        </p:nvSpPr>
        <p:spPr>
          <a:xfrm>
            <a:off x="2731051" y="2300325"/>
            <a:ext cx="1675800" cy="246900"/>
          </a:xfrm>
          <a:prstGeom prst="rect">
            <a:avLst/>
          </a:prstGeom>
        </p:spPr>
        <p:txBody>
          <a:bodyPr anchorCtr="0" anchor="t" bIns="0" lIns="0" spcFirstLastPara="1" rIns="0" wrap="square" tIns="0">
            <a:noAutofit/>
          </a:bodyPr>
          <a:lstStyle>
            <a:lvl1pPr indent="-317500" lvl="0" marL="457200" algn="r">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7" name="Google Shape;387;p46"/>
          <p:cNvSpPr txBox="1"/>
          <p:nvPr>
            <p:ph idx="5" type="subTitle"/>
          </p:nvPr>
        </p:nvSpPr>
        <p:spPr>
          <a:xfrm>
            <a:off x="302250" y="3355938"/>
            <a:ext cx="2428800" cy="246900"/>
          </a:xfrm>
          <a:prstGeom prst="rect">
            <a:avLst/>
          </a:prstGeom>
        </p:spPr>
        <p:txBody>
          <a:bodyPr anchorCtr="0" anchor="t" bIns="0" lIns="0" spcFirstLastPara="1" rIns="0" wrap="square" tIns="0">
            <a:noAutofit/>
          </a:bodyPr>
          <a:lstStyle>
            <a:lvl1pPr lvl="0">
              <a:spcBef>
                <a:spcPts val="0"/>
              </a:spcBef>
              <a:spcAft>
                <a:spcPts val="0"/>
              </a:spcAft>
              <a:buSzPts val="1400"/>
              <a:buNone/>
              <a:defRPr sz="14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88" name="Google Shape;388;p46"/>
          <p:cNvSpPr txBox="1"/>
          <p:nvPr>
            <p:ph idx="6" type="body"/>
          </p:nvPr>
        </p:nvSpPr>
        <p:spPr>
          <a:xfrm>
            <a:off x="2731051" y="3355938"/>
            <a:ext cx="1675800" cy="246900"/>
          </a:xfrm>
          <a:prstGeom prst="rect">
            <a:avLst/>
          </a:prstGeom>
        </p:spPr>
        <p:txBody>
          <a:bodyPr anchorCtr="0" anchor="t" bIns="0" lIns="0" spcFirstLastPara="1" rIns="0" wrap="square" tIns="0">
            <a:noAutofit/>
          </a:bodyPr>
          <a:lstStyle>
            <a:lvl1pPr indent="-317500" lvl="0" marL="457200" algn="r">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9" name="Google Shape;389;p46"/>
          <p:cNvSpPr txBox="1"/>
          <p:nvPr>
            <p:ph idx="7" type="subTitle"/>
          </p:nvPr>
        </p:nvSpPr>
        <p:spPr>
          <a:xfrm>
            <a:off x="302250" y="4411563"/>
            <a:ext cx="2428800" cy="246900"/>
          </a:xfrm>
          <a:prstGeom prst="rect">
            <a:avLst/>
          </a:prstGeom>
        </p:spPr>
        <p:txBody>
          <a:bodyPr anchorCtr="0" anchor="t" bIns="0" lIns="0" spcFirstLastPara="1" rIns="0" wrap="square" tIns="0">
            <a:noAutofit/>
          </a:bodyPr>
          <a:lstStyle>
            <a:lvl1pPr lvl="0">
              <a:spcBef>
                <a:spcPts val="0"/>
              </a:spcBef>
              <a:spcAft>
                <a:spcPts val="0"/>
              </a:spcAft>
              <a:buSzPts val="1400"/>
              <a:buNone/>
              <a:defRPr sz="14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90" name="Google Shape;390;p46"/>
          <p:cNvSpPr txBox="1"/>
          <p:nvPr>
            <p:ph idx="8" type="body"/>
          </p:nvPr>
        </p:nvSpPr>
        <p:spPr>
          <a:xfrm>
            <a:off x="2731051" y="4411563"/>
            <a:ext cx="1675800" cy="246900"/>
          </a:xfrm>
          <a:prstGeom prst="rect">
            <a:avLst/>
          </a:prstGeom>
        </p:spPr>
        <p:txBody>
          <a:bodyPr anchorCtr="0" anchor="t" bIns="0" lIns="0" spcFirstLastPara="1" rIns="0" wrap="square" tIns="0">
            <a:noAutofit/>
          </a:bodyPr>
          <a:lstStyle>
            <a:lvl1pPr indent="-317500" lvl="0" marL="457200" algn="r">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1" name="Google Shape;391;p46"/>
          <p:cNvSpPr txBox="1"/>
          <p:nvPr>
            <p:ph idx="9" type="subTitle"/>
          </p:nvPr>
        </p:nvSpPr>
        <p:spPr>
          <a:xfrm>
            <a:off x="4731600" y="2300325"/>
            <a:ext cx="2428800" cy="246900"/>
          </a:xfrm>
          <a:prstGeom prst="rect">
            <a:avLst/>
          </a:prstGeom>
        </p:spPr>
        <p:txBody>
          <a:bodyPr anchorCtr="0" anchor="t" bIns="0" lIns="0" spcFirstLastPara="1" rIns="0" wrap="square" tIns="0">
            <a:noAutofit/>
          </a:bodyPr>
          <a:lstStyle>
            <a:lvl1pPr lvl="0">
              <a:spcBef>
                <a:spcPts val="0"/>
              </a:spcBef>
              <a:spcAft>
                <a:spcPts val="0"/>
              </a:spcAft>
              <a:buSzPts val="1400"/>
              <a:buNone/>
              <a:defRPr sz="14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92" name="Google Shape;392;p46"/>
          <p:cNvSpPr txBox="1"/>
          <p:nvPr>
            <p:ph idx="13" type="body"/>
          </p:nvPr>
        </p:nvSpPr>
        <p:spPr>
          <a:xfrm>
            <a:off x="7160401" y="2300325"/>
            <a:ext cx="1675800" cy="246900"/>
          </a:xfrm>
          <a:prstGeom prst="rect">
            <a:avLst/>
          </a:prstGeom>
        </p:spPr>
        <p:txBody>
          <a:bodyPr anchorCtr="0" anchor="t" bIns="0" lIns="0" spcFirstLastPara="1" rIns="0" wrap="square" tIns="0">
            <a:noAutofit/>
          </a:bodyPr>
          <a:lstStyle>
            <a:lvl1pPr indent="-317500" lvl="0" marL="457200" algn="r">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3" name="Google Shape;393;p46"/>
          <p:cNvSpPr txBox="1"/>
          <p:nvPr>
            <p:ph idx="14" type="subTitle"/>
          </p:nvPr>
        </p:nvSpPr>
        <p:spPr>
          <a:xfrm>
            <a:off x="4731600" y="3355938"/>
            <a:ext cx="2428800" cy="246900"/>
          </a:xfrm>
          <a:prstGeom prst="rect">
            <a:avLst/>
          </a:prstGeom>
        </p:spPr>
        <p:txBody>
          <a:bodyPr anchorCtr="0" anchor="t" bIns="0" lIns="0" spcFirstLastPara="1" rIns="0" wrap="square" tIns="0">
            <a:noAutofit/>
          </a:bodyPr>
          <a:lstStyle>
            <a:lvl1pPr lvl="0">
              <a:spcBef>
                <a:spcPts val="0"/>
              </a:spcBef>
              <a:spcAft>
                <a:spcPts val="0"/>
              </a:spcAft>
              <a:buSzPts val="1400"/>
              <a:buNone/>
              <a:defRPr sz="14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94" name="Google Shape;394;p46"/>
          <p:cNvSpPr txBox="1"/>
          <p:nvPr>
            <p:ph idx="15" type="body"/>
          </p:nvPr>
        </p:nvSpPr>
        <p:spPr>
          <a:xfrm>
            <a:off x="7160401" y="3355938"/>
            <a:ext cx="1675800" cy="246900"/>
          </a:xfrm>
          <a:prstGeom prst="rect">
            <a:avLst/>
          </a:prstGeom>
        </p:spPr>
        <p:txBody>
          <a:bodyPr anchorCtr="0" anchor="t" bIns="0" lIns="0" spcFirstLastPara="1" rIns="0" wrap="square" tIns="0">
            <a:noAutofit/>
          </a:bodyPr>
          <a:lstStyle>
            <a:lvl1pPr indent="-317500" lvl="0" marL="457200" algn="r">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5" name="Google Shape;395;p46"/>
          <p:cNvSpPr txBox="1"/>
          <p:nvPr>
            <p:ph idx="16" type="subTitle"/>
          </p:nvPr>
        </p:nvSpPr>
        <p:spPr>
          <a:xfrm>
            <a:off x="4731600" y="4411563"/>
            <a:ext cx="2428800" cy="246900"/>
          </a:xfrm>
          <a:prstGeom prst="rect">
            <a:avLst/>
          </a:prstGeom>
        </p:spPr>
        <p:txBody>
          <a:bodyPr anchorCtr="0" anchor="t" bIns="0" lIns="0" spcFirstLastPara="1" rIns="0" wrap="square" tIns="0">
            <a:noAutofit/>
          </a:bodyPr>
          <a:lstStyle>
            <a:lvl1pPr lvl="0">
              <a:spcBef>
                <a:spcPts val="0"/>
              </a:spcBef>
              <a:spcAft>
                <a:spcPts val="0"/>
              </a:spcAft>
              <a:buSzPts val="1400"/>
              <a:buNone/>
              <a:defRPr sz="14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396" name="Google Shape;396;p46"/>
          <p:cNvSpPr txBox="1"/>
          <p:nvPr>
            <p:ph idx="17" type="body"/>
          </p:nvPr>
        </p:nvSpPr>
        <p:spPr>
          <a:xfrm>
            <a:off x="7160401" y="4411563"/>
            <a:ext cx="1675800" cy="246900"/>
          </a:xfrm>
          <a:prstGeom prst="rect">
            <a:avLst/>
          </a:prstGeom>
        </p:spPr>
        <p:txBody>
          <a:bodyPr anchorCtr="0" anchor="t" bIns="0" lIns="0" spcFirstLastPara="1" rIns="0" wrap="square" tIns="0">
            <a:noAutofit/>
          </a:bodyPr>
          <a:lstStyle>
            <a:lvl1pPr indent="-317500" lvl="0" marL="457200" algn="r">
              <a:spcBef>
                <a:spcPts val="0"/>
              </a:spcBef>
              <a:spcAft>
                <a:spcPts val="0"/>
              </a:spcAft>
              <a:buSzPts val="1400"/>
              <a:buChar char="●"/>
              <a:defRPr sz="1400"/>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reakdown" showMasterSp="0">
  <p:cSld name="Title Slide">
    <p:bg>
      <p:bgPr>
        <a:solidFill>
          <a:schemeClr val="lt1"/>
        </a:solidFill>
      </p:bgPr>
    </p:bg>
    <p:spTree>
      <p:nvGrpSpPr>
        <p:cNvPr id="397" name="Shape 397"/>
        <p:cNvGrpSpPr/>
        <p:nvPr/>
      </p:nvGrpSpPr>
      <p:grpSpPr>
        <a:xfrm>
          <a:off x="0" y="0"/>
          <a:ext cx="0" cy="0"/>
          <a:chOff x="0" y="0"/>
          <a:chExt cx="0" cy="0"/>
        </a:xfrm>
      </p:grpSpPr>
      <p:sp>
        <p:nvSpPr>
          <p:cNvPr id="398" name="Google Shape;398;p47"/>
          <p:cNvSpPr txBox="1"/>
          <p:nvPr/>
        </p:nvSpPr>
        <p:spPr>
          <a:xfrm>
            <a:off x="7222297" y="4866750"/>
            <a:ext cx="1678200" cy="151200"/>
          </a:xfrm>
          <a:prstGeom prst="rect">
            <a:avLst/>
          </a:prstGeom>
          <a:noFill/>
          <a:ln>
            <a:noFill/>
          </a:ln>
        </p:spPr>
        <p:txBody>
          <a:bodyPr anchorCtr="0" anchor="t" bIns="57150" lIns="57150" spcFirstLastPara="1" rIns="57150" wrap="square" tIns="57150">
            <a:noAutofit/>
          </a:bodyPr>
          <a:lstStyle/>
          <a:p>
            <a:pPr indent="0" lvl="0" marL="0" rtl="0" algn="l">
              <a:lnSpc>
                <a:spcPct val="140000"/>
              </a:lnSpc>
              <a:spcBef>
                <a:spcPts val="0"/>
              </a:spcBef>
              <a:spcAft>
                <a:spcPts val="0"/>
              </a:spcAft>
              <a:buClr>
                <a:srgbClr val="000000"/>
              </a:buClr>
              <a:buSzPts val="700"/>
              <a:buFont typeface="Arial"/>
              <a:buNone/>
            </a:pPr>
            <a:r>
              <a:rPr lang="en" sz="500">
                <a:solidFill>
                  <a:schemeClr val="dk2"/>
                </a:solidFill>
                <a:latin typeface="Familjen Grotesk Medium"/>
                <a:ea typeface="Familjen Grotesk Medium"/>
                <a:cs typeface="Familjen Grotesk Medium"/>
                <a:sym typeface="Familjen Grotesk Medium"/>
              </a:rPr>
              <a:t>Google_logo </a:t>
            </a:r>
            <a:r>
              <a:rPr lang="en" sz="400">
                <a:solidFill>
                  <a:schemeClr val="dk2"/>
                </a:solidFill>
                <a:latin typeface="Familjen Grotesk Medium"/>
                <a:ea typeface="Familjen Grotesk Medium"/>
                <a:cs typeface="Familjen Grotesk Medium"/>
                <a:sym typeface="Familjen Grotesk Medium"/>
              </a:rPr>
              <a:t> 2021   </a:t>
            </a:r>
            <a:r>
              <a:rPr lang="en" sz="400">
                <a:solidFill>
                  <a:schemeClr val="dk2"/>
                </a:solidFill>
                <a:latin typeface="Familjen Grotesk"/>
                <a:ea typeface="Familjen Grotesk"/>
                <a:cs typeface="Familjen Grotesk"/>
                <a:sym typeface="Familjen Grotesk"/>
              </a:rPr>
              <a:t> |    </a:t>
            </a:r>
            <a:r>
              <a:rPr lang="en" sz="400">
                <a:solidFill>
                  <a:schemeClr val="dk2"/>
                </a:solidFill>
                <a:latin typeface="Familjen Grotesk Medium"/>
                <a:ea typeface="Familjen Grotesk Medium"/>
                <a:cs typeface="Familjen Grotesk Medium"/>
                <a:sym typeface="Familjen Grotesk Medium"/>
              </a:rPr>
              <a:t>Confidential and Proprietary  pg. </a:t>
            </a:r>
            <a:fld id="{00000000-1234-1234-1234-123412341234}" type="slidenum">
              <a:rPr lang="en" sz="400">
                <a:solidFill>
                  <a:schemeClr val="dk2"/>
                </a:solidFill>
                <a:latin typeface="Familjen Grotesk Medium"/>
                <a:ea typeface="Familjen Grotesk Medium"/>
                <a:cs typeface="Familjen Grotesk Medium"/>
                <a:sym typeface="Familjen Grotesk Medium"/>
              </a:rPr>
              <a:t>‹#›</a:t>
            </a:fld>
            <a:endParaRPr sz="400">
              <a:solidFill>
                <a:schemeClr val="dk2"/>
              </a:solidFill>
              <a:latin typeface="Familjen Grotesk Medium"/>
              <a:ea typeface="Familjen Grotesk Medium"/>
              <a:cs typeface="Familjen Grotesk Medium"/>
              <a:sym typeface="Familjen Grotesk Medium"/>
            </a:endParaRPr>
          </a:p>
        </p:txBody>
      </p:sp>
      <p:sp>
        <p:nvSpPr>
          <p:cNvPr id="399" name="Google Shape;399;p47"/>
          <p:cNvSpPr txBox="1"/>
          <p:nvPr>
            <p:ph idx="12" type="sldNum"/>
          </p:nvPr>
        </p:nvSpPr>
        <p:spPr>
          <a:xfrm>
            <a:off x="8556784" y="4749851"/>
            <a:ext cx="548700" cy="384900"/>
          </a:xfrm>
          <a:prstGeom prst="rect">
            <a:avLst/>
          </a:prstGeom>
        </p:spPr>
        <p:txBody>
          <a:bodyPr anchorCtr="0" anchor="t" bIns="91425" lIns="91425" spcFirstLastPara="1" rIns="91425" wrap="square" tIns="91425">
            <a:spAutoFit/>
          </a:bodyPr>
          <a:lstStyle>
            <a:lvl1pPr lvl="0">
              <a:buNone/>
              <a:defRPr sz="1300">
                <a:latin typeface="Spectral"/>
                <a:ea typeface="Spectral"/>
                <a:cs typeface="Spectral"/>
                <a:sym typeface="Spectral"/>
              </a:defRPr>
            </a:lvl1pPr>
            <a:lvl2pPr lvl="1">
              <a:buNone/>
              <a:defRPr sz="1300">
                <a:latin typeface="Spectral"/>
                <a:ea typeface="Spectral"/>
                <a:cs typeface="Spectral"/>
                <a:sym typeface="Spectral"/>
              </a:defRPr>
            </a:lvl2pPr>
            <a:lvl3pPr lvl="2">
              <a:buNone/>
              <a:defRPr sz="1300">
                <a:latin typeface="Spectral"/>
                <a:ea typeface="Spectral"/>
                <a:cs typeface="Spectral"/>
                <a:sym typeface="Spectral"/>
              </a:defRPr>
            </a:lvl3pPr>
            <a:lvl4pPr lvl="3">
              <a:buNone/>
              <a:defRPr sz="1300">
                <a:latin typeface="Spectral"/>
                <a:ea typeface="Spectral"/>
                <a:cs typeface="Spectral"/>
                <a:sym typeface="Spectral"/>
              </a:defRPr>
            </a:lvl4pPr>
            <a:lvl5pPr lvl="4">
              <a:buNone/>
              <a:defRPr sz="1300">
                <a:latin typeface="Spectral"/>
                <a:ea typeface="Spectral"/>
                <a:cs typeface="Spectral"/>
                <a:sym typeface="Spectral"/>
              </a:defRPr>
            </a:lvl5pPr>
            <a:lvl6pPr lvl="5">
              <a:buNone/>
              <a:defRPr sz="1300">
                <a:latin typeface="Spectral"/>
                <a:ea typeface="Spectral"/>
                <a:cs typeface="Spectral"/>
                <a:sym typeface="Spectral"/>
              </a:defRPr>
            </a:lvl6pPr>
            <a:lvl7pPr lvl="6">
              <a:buNone/>
              <a:defRPr sz="1300">
                <a:latin typeface="Spectral"/>
                <a:ea typeface="Spectral"/>
                <a:cs typeface="Spectral"/>
                <a:sym typeface="Spectral"/>
              </a:defRPr>
            </a:lvl7pPr>
            <a:lvl8pPr lvl="7">
              <a:buNone/>
              <a:defRPr sz="1300">
                <a:latin typeface="Spectral"/>
                <a:ea typeface="Spectral"/>
                <a:cs typeface="Spectral"/>
                <a:sym typeface="Spectral"/>
              </a:defRPr>
            </a:lvl8pPr>
            <a:lvl9pPr lvl="8">
              <a:buNone/>
              <a:defRPr sz="1300">
                <a:latin typeface="Spectral"/>
                <a:ea typeface="Spectral"/>
                <a:cs typeface="Spectral"/>
                <a:sym typeface="Spectral"/>
              </a:defRPr>
            </a:lvl9pPr>
          </a:lstStyle>
          <a:p>
            <a:pPr indent="0" lvl="0" marL="0" rtl="0" algn="l">
              <a:spcBef>
                <a:spcPts val="0"/>
              </a:spcBef>
              <a:spcAft>
                <a:spcPts val="0"/>
              </a:spcAft>
              <a:buNone/>
            </a:pPr>
            <a:fld id="{00000000-1234-1234-1234-123412341234}" type="slidenum">
              <a:rPr lang="en"/>
              <a:t>‹#›</a:t>
            </a:fld>
            <a:endParaRPr/>
          </a:p>
        </p:txBody>
      </p:sp>
      <p:sp>
        <p:nvSpPr>
          <p:cNvPr id="400" name="Google Shape;400;p47"/>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01" name="Google Shape;401;p47"/>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402" name="Google Shape;402;p47"/>
          <p:cNvSpPr txBox="1"/>
          <p:nvPr>
            <p:ph idx="3"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403" name="Google Shape;403;p47"/>
          <p:cNvSpPr txBox="1"/>
          <p:nvPr>
            <p:ph type="title"/>
          </p:nvPr>
        </p:nvSpPr>
        <p:spPr>
          <a:xfrm>
            <a:off x="73152" y="335300"/>
            <a:ext cx="44487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400"/>
              <a:buNone/>
              <a:defRPr sz="5400">
                <a:solidFill>
                  <a:schemeClr val="accent2"/>
                </a:solidFill>
              </a:defRPr>
            </a:lvl2pPr>
            <a:lvl3pPr lvl="2">
              <a:lnSpc>
                <a:spcPct val="65000"/>
              </a:lnSpc>
              <a:spcBef>
                <a:spcPts val="0"/>
              </a:spcBef>
              <a:spcAft>
                <a:spcPts val="0"/>
              </a:spcAft>
              <a:buClr>
                <a:schemeClr val="accent2"/>
              </a:buClr>
              <a:buSzPts val="5400"/>
              <a:buNone/>
              <a:defRPr sz="5400">
                <a:solidFill>
                  <a:schemeClr val="accent2"/>
                </a:solidFill>
              </a:defRPr>
            </a:lvl3pPr>
            <a:lvl4pPr lvl="3">
              <a:lnSpc>
                <a:spcPct val="65000"/>
              </a:lnSpc>
              <a:spcBef>
                <a:spcPts val="0"/>
              </a:spcBef>
              <a:spcAft>
                <a:spcPts val="0"/>
              </a:spcAft>
              <a:buClr>
                <a:schemeClr val="accent2"/>
              </a:buClr>
              <a:buSzPts val="5400"/>
              <a:buNone/>
              <a:defRPr sz="5400">
                <a:solidFill>
                  <a:schemeClr val="accent2"/>
                </a:solidFill>
              </a:defRPr>
            </a:lvl4pPr>
            <a:lvl5pPr lvl="4">
              <a:lnSpc>
                <a:spcPct val="65000"/>
              </a:lnSpc>
              <a:spcBef>
                <a:spcPts val="0"/>
              </a:spcBef>
              <a:spcAft>
                <a:spcPts val="0"/>
              </a:spcAft>
              <a:buClr>
                <a:schemeClr val="accent2"/>
              </a:buClr>
              <a:buSzPts val="5400"/>
              <a:buNone/>
              <a:defRPr sz="5400">
                <a:solidFill>
                  <a:schemeClr val="accent2"/>
                </a:solidFill>
              </a:defRPr>
            </a:lvl5pPr>
            <a:lvl6pPr lvl="5">
              <a:lnSpc>
                <a:spcPct val="65000"/>
              </a:lnSpc>
              <a:spcBef>
                <a:spcPts val="0"/>
              </a:spcBef>
              <a:spcAft>
                <a:spcPts val="0"/>
              </a:spcAft>
              <a:buClr>
                <a:schemeClr val="accent2"/>
              </a:buClr>
              <a:buSzPts val="5400"/>
              <a:buNone/>
              <a:defRPr sz="5400">
                <a:solidFill>
                  <a:schemeClr val="accent2"/>
                </a:solidFill>
              </a:defRPr>
            </a:lvl6pPr>
            <a:lvl7pPr lvl="6">
              <a:lnSpc>
                <a:spcPct val="65000"/>
              </a:lnSpc>
              <a:spcBef>
                <a:spcPts val="0"/>
              </a:spcBef>
              <a:spcAft>
                <a:spcPts val="0"/>
              </a:spcAft>
              <a:buClr>
                <a:schemeClr val="accent2"/>
              </a:buClr>
              <a:buSzPts val="5400"/>
              <a:buNone/>
              <a:defRPr sz="5400">
                <a:solidFill>
                  <a:schemeClr val="accent2"/>
                </a:solidFill>
              </a:defRPr>
            </a:lvl7pPr>
            <a:lvl8pPr lvl="7">
              <a:lnSpc>
                <a:spcPct val="65000"/>
              </a:lnSpc>
              <a:spcBef>
                <a:spcPts val="0"/>
              </a:spcBef>
              <a:spcAft>
                <a:spcPts val="0"/>
              </a:spcAft>
              <a:buClr>
                <a:schemeClr val="accent2"/>
              </a:buClr>
              <a:buSzPts val="5400"/>
              <a:buNone/>
              <a:defRPr sz="5400">
                <a:solidFill>
                  <a:schemeClr val="accent2"/>
                </a:solidFill>
              </a:defRPr>
            </a:lvl8pPr>
            <a:lvl9pPr lvl="8">
              <a:lnSpc>
                <a:spcPct val="65000"/>
              </a:lnSpc>
              <a:spcBef>
                <a:spcPts val="0"/>
              </a:spcBef>
              <a:spcAft>
                <a:spcPts val="0"/>
              </a:spcAft>
              <a:buClr>
                <a:schemeClr val="accent2"/>
              </a:buClr>
              <a:buSzPts val="5400"/>
              <a:buNone/>
              <a:defRPr sz="5400">
                <a:solidFill>
                  <a:schemeClr val="accent2"/>
                </a:solidFill>
              </a:defRPr>
            </a:lvl9pPr>
          </a:lstStyle>
          <a:p/>
        </p:txBody>
      </p:sp>
      <p:sp>
        <p:nvSpPr>
          <p:cNvPr id="404" name="Google Shape;404;p47"/>
          <p:cNvSpPr txBox="1"/>
          <p:nvPr>
            <p:ph idx="4" type="body"/>
          </p:nvPr>
        </p:nvSpPr>
        <p:spPr>
          <a:xfrm>
            <a:off x="5172399" y="349775"/>
            <a:ext cx="3721800" cy="707100"/>
          </a:xfrm>
          <a:prstGeom prst="rect">
            <a:avLst/>
          </a:prstGeom>
        </p:spPr>
        <p:txBody>
          <a:bodyPr anchorCtr="0" anchor="t" bIns="0" lIns="0" spcFirstLastPara="1" rIns="0"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enue">
  <p:cSld name="CUSTOM_2_1_1">
    <p:spTree>
      <p:nvGrpSpPr>
        <p:cNvPr id="405" name="Shape 405"/>
        <p:cNvGrpSpPr/>
        <p:nvPr/>
      </p:nvGrpSpPr>
      <p:grpSpPr>
        <a:xfrm>
          <a:off x="0" y="0"/>
          <a:ext cx="0" cy="0"/>
          <a:chOff x="0" y="0"/>
          <a:chExt cx="0" cy="0"/>
        </a:xfrm>
      </p:grpSpPr>
      <p:sp>
        <p:nvSpPr>
          <p:cNvPr id="406" name="Google Shape;406;p48"/>
          <p:cNvSpPr txBox="1"/>
          <p:nvPr>
            <p:ph idx="1" type="subTitle"/>
          </p:nvPr>
        </p:nvSpPr>
        <p:spPr>
          <a:xfrm>
            <a:off x="3933400"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07" name="Google Shape;407;p48"/>
          <p:cNvSpPr txBox="1"/>
          <p:nvPr>
            <p:ph idx="2" type="subTitle"/>
          </p:nvPr>
        </p:nvSpPr>
        <p:spPr>
          <a:xfrm>
            <a:off x="5174505"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08" name="Google Shape;408;p48"/>
          <p:cNvSpPr txBox="1"/>
          <p:nvPr>
            <p:ph idx="3" type="subTitle"/>
          </p:nvPr>
        </p:nvSpPr>
        <p:spPr>
          <a:xfrm>
            <a:off x="2692294"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09" name="Google Shape;409;p48"/>
          <p:cNvSpPr txBox="1"/>
          <p:nvPr>
            <p:ph idx="4" type="subTitle"/>
          </p:nvPr>
        </p:nvSpPr>
        <p:spPr>
          <a:xfrm>
            <a:off x="1454986"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10" name="Google Shape;410;p48"/>
          <p:cNvSpPr txBox="1"/>
          <p:nvPr>
            <p:ph idx="5" type="subTitle"/>
          </p:nvPr>
        </p:nvSpPr>
        <p:spPr>
          <a:xfrm>
            <a:off x="206286"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11" name="Google Shape;411;p48"/>
          <p:cNvSpPr txBox="1"/>
          <p:nvPr>
            <p:ph idx="6" type="subTitle"/>
          </p:nvPr>
        </p:nvSpPr>
        <p:spPr>
          <a:xfrm>
            <a:off x="6412959"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12" name="Google Shape;412;p48"/>
          <p:cNvSpPr txBox="1"/>
          <p:nvPr>
            <p:ph idx="7" type="subTitle"/>
          </p:nvPr>
        </p:nvSpPr>
        <p:spPr>
          <a:xfrm>
            <a:off x="7651409" y="1065775"/>
            <a:ext cx="5781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grpSp>
        <p:nvGrpSpPr>
          <p:cNvPr id="413" name="Google Shape;413;p48"/>
          <p:cNvGrpSpPr/>
          <p:nvPr/>
        </p:nvGrpSpPr>
        <p:grpSpPr>
          <a:xfrm>
            <a:off x="234275" y="1193325"/>
            <a:ext cx="8682900" cy="3704625"/>
            <a:chOff x="234275" y="1193325"/>
            <a:chExt cx="8682900" cy="3704625"/>
          </a:xfrm>
        </p:grpSpPr>
        <p:cxnSp>
          <p:nvCxnSpPr>
            <p:cNvPr id="414" name="Google Shape;414;p48"/>
            <p:cNvCxnSpPr/>
            <p:nvPr/>
          </p:nvCxnSpPr>
          <p:spPr>
            <a:xfrm>
              <a:off x="234275" y="4008300"/>
              <a:ext cx="8682900" cy="0"/>
            </a:xfrm>
            <a:prstGeom prst="straightConnector1">
              <a:avLst/>
            </a:prstGeom>
            <a:noFill/>
            <a:ln cap="flat" cmpd="sng" w="9525">
              <a:solidFill>
                <a:schemeClr val="dk2"/>
              </a:solidFill>
              <a:prstDash val="solid"/>
              <a:round/>
              <a:headEnd len="med" w="med" type="none"/>
              <a:tailEnd len="med" w="med" type="none"/>
            </a:ln>
          </p:spPr>
        </p:cxnSp>
        <p:cxnSp>
          <p:nvCxnSpPr>
            <p:cNvPr id="415" name="Google Shape;415;p48"/>
            <p:cNvCxnSpPr/>
            <p:nvPr/>
          </p:nvCxnSpPr>
          <p:spPr>
            <a:xfrm>
              <a:off x="234275" y="3045563"/>
              <a:ext cx="8682900" cy="0"/>
            </a:xfrm>
            <a:prstGeom prst="straightConnector1">
              <a:avLst/>
            </a:prstGeom>
            <a:noFill/>
            <a:ln cap="flat" cmpd="sng" w="9525">
              <a:solidFill>
                <a:schemeClr val="dk2"/>
              </a:solidFill>
              <a:prstDash val="solid"/>
              <a:round/>
              <a:headEnd len="med" w="med" type="none"/>
              <a:tailEnd len="med" w="med" type="none"/>
            </a:ln>
          </p:spPr>
        </p:cxnSp>
        <p:cxnSp>
          <p:nvCxnSpPr>
            <p:cNvPr id="416" name="Google Shape;416;p48"/>
            <p:cNvCxnSpPr/>
            <p:nvPr/>
          </p:nvCxnSpPr>
          <p:spPr>
            <a:xfrm>
              <a:off x="234275" y="2082825"/>
              <a:ext cx="8682900" cy="0"/>
            </a:xfrm>
            <a:prstGeom prst="straightConnector1">
              <a:avLst/>
            </a:prstGeom>
            <a:noFill/>
            <a:ln cap="flat" cmpd="sng" w="9525">
              <a:solidFill>
                <a:schemeClr val="dk2"/>
              </a:solidFill>
              <a:prstDash val="solid"/>
              <a:round/>
              <a:headEnd len="med" w="med" type="none"/>
              <a:tailEnd len="med" w="med" type="none"/>
            </a:ln>
          </p:spPr>
        </p:cxnSp>
        <p:cxnSp>
          <p:nvCxnSpPr>
            <p:cNvPr id="417" name="Google Shape;417;p48"/>
            <p:cNvCxnSpPr/>
            <p:nvPr/>
          </p:nvCxnSpPr>
          <p:spPr>
            <a:xfrm>
              <a:off x="1474000" y="1193550"/>
              <a:ext cx="0" cy="3704400"/>
            </a:xfrm>
            <a:prstGeom prst="straightConnector1">
              <a:avLst/>
            </a:prstGeom>
            <a:noFill/>
            <a:ln cap="flat" cmpd="sng" w="9525">
              <a:solidFill>
                <a:schemeClr val="dk2"/>
              </a:solidFill>
              <a:prstDash val="solid"/>
              <a:round/>
              <a:headEnd len="med" w="med" type="none"/>
              <a:tailEnd len="med" w="med" type="none"/>
            </a:ln>
          </p:spPr>
        </p:cxnSp>
        <p:cxnSp>
          <p:nvCxnSpPr>
            <p:cNvPr id="418" name="Google Shape;418;p48"/>
            <p:cNvCxnSpPr/>
            <p:nvPr/>
          </p:nvCxnSpPr>
          <p:spPr>
            <a:xfrm>
              <a:off x="2713200" y="1193550"/>
              <a:ext cx="0" cy="3704400"/>
            </a:xfrm>
            <a:prstGeom prst="straightConnector1">
              <a:avLst/>
            </a:prstGeom>
            <a:noFill/>
            <a:ln cap="flat" cmpd="sng" w="9525">
              <a:solidFill>
                <a:schemeClr val="dk2"/>
              </a:solidFill>
              <a:prstDash val="solid"/>
              <a:round/>
              <a:headEnd len="med" w="med" type="none"/>
              <a:tailEnd len="med" w="med" type="none"/>
            </a:ln>
          </p:spPr>
        </p:cxnSp>
        <p:cxnSp>
          <p:nvCxnSpPr>
            <p:cNvPr id="419" name="Google Shape;419;p48"/>
            <p:cNvCxnSpPr/>
            <p:nvPr/>
          </p:nvCxnSpPr>
          <p:spPr>
            <a:xfrm>
              <a:off x="3952400" y="1193550"/>
              <a:ext cx="0" cy="3704400"/>
            </a:xfrm>
            <a:prstGeom prst="straightConnector1">
              <a:avLst/>
            </a:prstGeom>
            <a:noFill/>
            <a:ln cap="flat" cmpd="sng" w="9525">
              <a:solidFill>
                <a:schemeClr val="dk2"/>
              </a:solidFill>
              <a:prstDash val="solid"/>
              <a:round/>
              <a:headEnd len="med" w="med" type="none"/>
              <a:tailEnd len="med" w="med" type="none"/>
            </a:ln>
          </p:spPr>
        </p:cxnSp>
        <p:cxnSp>
          <p:nvCxnSpPr>
            <p:cNvPr id="420" name="Google Shape;420;p48"/>
            <p:cNvCxnSpPr/>
            <p:nvPr/>
          </p:nvCxnSpPr>
          <p:spPr>
            <a:xfrm>
              <a:off x="5191600" y="1193550"/>
              <a:ext cx="0" cy="3704400"/>
            </a:xfrm>
            <a:prstGeom prst="straightConnector1">
              <a:avLst/>
            </a:prstGeom>
            <a:noFill/>
            <a:ln cap="flat" cmpd="sng" w="9525">
              <a:solidFill>
                <a:schemeClr val="dk2"/>
              </a:solidFill>
              <a:prstDash val="solid"/>
              <a:round/>
              <a:headEnd len="med" w="med" type="none"/>
              <a:tailEnd len="med" w="med" type="none"/>
            </a:ln>
          </p:spPr>
        </p:cxnSp>
        <p:cxnSp>
          <p:nvCxnSpPr>
            <p:cNvPr id="421" name="Google Shape;421;p48"/>
            <p:cNvCxnSpPr/>
            <p:nvPr/>
          </p:nvCxnSpPr>
          <p:spPr>
            <a:xfrm>
              <a:off x="6430800" y="1193550"/>
              <a:ext cx="0" cy="3704400"/>
            </a:xfrm>
            <a:prstGeom prst="straightConnector1">
              <a:avLst/>
            </a:prstGeom>
            <a:noFill/>
            <a:ln cap="flat" cmpd="sng" w="9525">
              <a:solidFill>
                <a:schemeClr val="dk2"/>
              </a:solidFill>
              <a:prstDash val="solid"/>
              <a:round/>
              <a:headEnd len="med" w="med" type="none"/>
              <a:tailEnd len="med" w="med" type="none"/>
            </a:ln>
          </p:spPr>
        </p:cxnSp>
        <p:cxnSp>
          <p:nvCxnSpPr>
            <p:cNvPr id="422" name="Google Shape;422;p48"/>
            <p:cNvCxnSpPr/>
            <p:nvPr/>
          </p:nvCxnSpPr>
          <p:spPr>
            <a:xfrm>
              <a:off x="7670000" y="1193550"/>
              <a:ext cx="0" cy="3704400"/>
            </a:xfrm>
            <a:prstGeom prst="straightConnector1">
              <a:avLst/>
            </a:prstGeom>
            <a:noFill/>
            <a:ln cap="flat" cmpd="sng" w="9525">
              <a:solidFill>
                <a:schemeClr val="dk2"/>
              </a:solidFill>
              <a:prstDash val="solid"/>
              <a:round/>
              <a:headEnd len="med" w="med" type="none"/>
              <a:tailEnd len="med" w="med" type="none"/>
            </a:ln>
          </p:spPr>
        </p:cxnSp>
        <p:sp>
          <p:nvSpPr>
            <p:cNvPr id="423" name="Google Shape;423;p48"/>
            <p:cNvSpPr/>
            <p:nvPr/>
          </p:nvSpPr>
          <p:spPr>
            <a:xfrm>
              <a:off x="234275" y="1193325"/>
              <a:ext cx="8675450" cy="3704450"/>
            </a:xfrm>
            <a:custGeom>
              <a:rect b="b" l="l" r="r" t="t"/>
              <a:pathLst>
                <a:path extrusionOk="0" h="148178" w="347018">
                  <a:moveTo>
                    <a:pt x="0" y="0"/>
                  </a:moveTo>
                  <a:lnTo>
                    <a:pt x="0" y="148178"/>
                  </a:lnTo>
                  <a:lnTo>
                    <a:pt x="347018" y="148178"/>
                  </a:lnTo>
                </a:path>
              </a:pathLst>
            </a:custGeom>
            <a:noFill/>
            <a:ln cap="flat" cmpd="sng" w="9525">
              <a:solidFill>
                <a:schemeClr val="accent2"/>
              </a:solidFill>
              <a:prstDash val="solid"/>
              <a:round/>
              <a:headEnd len="med" w="med" type="none"/>
              <a:tailEnd len="med" w="med" type="none"/>
            </a:ln>
          </p:spPr>
        </p:sp>
      </p:grpSp>
      <p:sp>
        <p:nvSpPr>
          <p:cNvPr id="424" name="Google Shape;424;p48"/>
          <p:cNvSpPr txBox="1"/>
          <p:nvPr>
            <p:ph idx="8"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25" name="Google Shape;425;p48"/>
          <p:cNvSpPr txBox="1"/>
          <p:nvPr>
            <p:ph idx="9"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426" name="Google Shape;426;p48"/>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427" name="Google Shape;427;p48"/>
          <p:cNvSpPr txBox="1"/>
          <p:nvPr>
            <p:ph type="title"/>
          </p:nvPr>
        </p:nvSpPr>
        <p:spPr>
          <a:xfrm>
            <a:off x="73152" y="335300"/>
            <a:ext cx="44487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400"/>
              <a:buNone/>
              <a:defRPr sz="5400">
                <a:solidFill>
                  <a:schemeClr val="accent2"/>
                </a:solidFill>
              </a:defRPr>
            </a:lvl2pPr>
            <a:lvl3pPr lvl="2">
              <a:lnSpc>
                <a:spcPct val="65000"/>
              </a:lnSpc>
              <a:spcBef>
                <a:spcPts val="0"/>
              </a:spcBef>
              <a:spcAft>
                <a:spcPts val="0"/>
              </a:spcAft>
              <a:buClr>
                <a:schemeClr val="accent2"/>
              </a:buClr>
              <a:buSzPts val="5400"/>
              <a:buNone/>
              <a:defRPr sz="5400">
                <a:solidFill>
                  <a:schemeClr val="accent2"/>
                </a:solidFill>
              </a:defRPr>
            </a:lvl3pPr>
            <a:lvl4pPr lvl="3">
              <a:lnSpc>
                <a:spcPct val="65000"/>
              </a:lnSpc>
              <a:spcBef>
                <a:spcPts val="0"/>
              </a:spcBef>
              <a:spcAft>
                <a:spcPts val="0"/>
              </a:spcAft>
              <a:buClr>
                <a:schemeClr val="accent2"/>
              </a:buClr>
              <a:buSzPts val="5400"/>
              <a:buNone/>
              <a:defRPr sz="5400">
                <a:solidFill>
                  <a:schemeClr val="accent2"/>
                </a:solidFill>
              </a:defRPr>
            </a:lvl4pPr>
            <a:lvl5pPr lvl="4">
              <a:lnSpc>
                <a:spcPct val="65000"/>
              </a:lnSpc>
              <a:spcBef>
                <a:spcPts val="0"/>
              </a:spcBef>
              <a:spcAft>
                <a:spcPts val="0"/>
              </a:spcAft>
              <a:buClr>
                <a:schemeClr val="accent2"/>
              </a:buClr>
              <a:buSzPts val="5400"/>
              <a:buNone/>
              <a:defRPr sz="5400">
                <a:solidFill>
                  <a:schemeClr val="accent2"/>
                </a:solidFill>
              </a:defRPr>
            </a:lvl5pPr>
            <a:lvl6pPr lvl="5">
              <a:lnSpc>
                <a:spcPct val="65000"/>
              </a:lnSpc>
              <a:spcBef>
                <a:spcPts val="0"/>
              </a:spcBef>
              <a:spcAft>
                <a:spcPts val="0"/>
              </a:spcAft>
              <a:buClr>
                <a:schemeClr val="accent2"/>
              </a:buClr>
              <a:buSzPts val="5400"/>
              <a:buNone/>
              <a:defRPr sz="5400">
                <a:solidFill>
                  <a:schemeClr val="accent2"/>
                </a:solidFill>
              </a:defRPr>
            </a:lvl6pPr>
            <a:lvl7pPr lvl="6">
              <a:lnSpc>
                <a:spcPct val="65000"/>
              </a:lnSpc>
              <a:spcBef>
                <a:spcPts val="0"/>
              </a:spcBef>
              <a:spcAft>
                <a:spcPts val="0"/>
              </a:spcAft>
              <a:buClr>
                <a:schemeClr val="accent2"/>
              </a:buClr>
              <a:buSzPts val="5400"/>
              <a:buNone/>
              <a:defRPr sz="5400">
                <a:solidFill>
                  <a:schemeClr val="accent2"/>
                </a:solidFill>
              </a:defRPr>
            </a:lvl7pPr>
            <a:lvl8pPr lvl="7">
              <a:lnSpc>
                <a:spcPct val="65000"/>
              </a:lnSpc>
              <a:spcBef>
                <a:spcPts val="0"/>
              </a:spcBef>
              <a:spcAft>
                <a:spcPts val="0"/>
              </a:spcAft>
              <a:buClr>
                <a:schemeClr val="accent2"/>
              </a:buClr>
              <a:buSzPts val="5400"/>
              <a:buNone/>
              <a:defRPr sz="5400">
                <a:solidFill>
                  <a:schemeClr val="accent2"/>
                </a:solidFill>
              </a:defRPr>
            </a:lvl8pPr>
            <a:lvl9pPr lvl="8">
              <a:lnSpc>
                <a:spcPct val="65000"/>
              </a:lnSpc>
              <a:spcBef>
                <a:spcPts val="0"/>
              </a:spcBef>
              <a:spcAft>
                <a:spcPts val="0"/>
              </a:spcAft>
              <a:buClr>
                <a:schemeClr val="accent2"/>
              </a:buClr>
              <a:buSzPts val="5400"/>
              <a:buNone/>
              <a:defRPr sz="5400">
                <a:solidFill>
                  <a:schemeClr val="accent2"/>
                </a:solidFill>
              </a:defRPr>
            </a:lvl9pPr>
          </a:lstStyle>
          <a:p/>
        </p:txBody>
      </p:sp>
      <p:sp>
        <p:nvSpPr>
          <p:cNvPr id="428" name="Google Shape;428;p48"/>
          <p:cNvSpPr txBox="1"/>
          <p:nvPr>
            <p:ph idx="13" type="body"/>
          </p:nvPr>
        </p:nvSpPr>
        <p:spPr>
          <a:xfrm>
            <a:off x="5172399" y="349775"/>
            <a:ext cx="3721800" cy="707100"/>
          </a:xfrm>
          <a:prstGeom prst="rect">
            <a:avLst/>
          </a:prstGeom>
        </p:spPr>
        <p:txBody>
          <a:bodyPr anchorCtr="0" anchor="t" bIns="0" lIns="0" spcFirstLastPara="1" rIns="0"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429" name="Google Shape;429;p48"/>
          <p:cNvSpPr txBox="1"/>
          <p:nvPr>
            <p:ph idx="14" type="subTitle"/>
          </p:nvPr>
        </p:nvSpPr>
        <p:spPr>
          <a:xfrm>
            <a:off x="207975" y="1803028"/>
            <a:ext cx="5397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30" name="Google Shape;430;p48"/>
          <p:cNvSpPr txBox="1"/>
          <p:nvPr>
            <p:ph idx="15" type="subTitle"/>
          </p:nvPr>
        </p:nvSpPr>
        <p:spPr>
          <a:xfrm>
            <a:off x="207975" y="2765045"/>
            <a:ext cx="5397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31" name="Google Shape;431;p48"/>
          <p:cNvSpPr txBox="1"/>
          <p:nvPr>
            <p:ph idx="16" type="subTitle"/>
          </p:nvPr>
        </p:nvSpPr>
        <p:spPr>
          <a:xfrm>
            <a:off x="207975" y="3743075"/>
            <a:ext cx="539700" cy="2469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xpenses">
  <p:cSld name="CUSTOM_2_1_1_1">
    <p:spTree>
      <p:nvGrpSpPr>
        <p:cNvPr id="432" name="Shape 432"/>
        <p:cNvGrpSpPr/>
        <p:nvPr/>
      </p:nvGrpSpPr>
      <p:grpSpPr>
        <a:xfrm>
          <a:off x="0" y="0"/>
          <a:ext cx="0" cy="0"/>
          <a:chOff x="0" y="0"/>
          <a:chExt cx="0" cy="0"/>
        </a:xfrm>
      </p:grpSpPr>
      <p:sp>
        <p:nvSpPr>
          <p:cNvPr id="433" name="Google Shape;433;p49"/>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34" name="Google Shape;434;p49"/>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435" name="Google Shape;435;p49"/>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436" name="Google Shape;436;p49"/>
          <p:cNvSpPr txBox="1"/>
          <p:nvPr>
            <p:ph type="title"/>
          </p:nvPr>
        </p:nvSpPr>
        <p:spPr>
          <a:xfrm>
            <a:off x="73152" y="335300"/>
            <a:ext cx="44487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400"/>
              <a:buNone/>
              <a:defRPr sz="5400">
                <a:solidFill>
                  <a:schemeClr val="accent2"/>
                </a:solidFill>
              </a:defRPr>
            </a:lvl2pPr>
            <a:lvl3pPr lvl="2">
              <a:lnSpc>
                <a:spcPct val="65000"/>
              </a:lnSpc>
              <a:spcBef>
                <a:spcPts val="0"/>
              </a:spcBef>
              <a:spcAft>
                <a:spcPts val="0"/>
              </a:spcAft>
              <a:buClr>
                <a:schemeClr val="accent2"/>
              </a:buClr>
              <a:buSzPts val="5400"/>
              <a:buNone/>
              <a:defRPr sz="5400">
                <a:solidFill>
                  <a:schemeClr val="accent2"/>
                </a:solidFill>
              </a:defRPr>
            </a:lvl3pPr>
            <a:lvl4pPr lvl="3">
              <a:lnSpc>
                <a:spcPct val="65000"/>
              </a:lnSpc>
              <a:spcBef>
                <a:spcPts val="0"/>
              </a:spcBef>
              <a:spcAft>
                <a:spcPts val="0"/>
              </a:spcAft>
              <a:buClr>
                <a:schemeClr val="accent2"/>
              </a:buClr>
              <a:buSzPts val="5400"/>
              <a:buNone/>
              <a:defRPr sz="5400">
                <a:solidFill>
                  <a:schemeClr val="accent2"/>
                </a:solidFill>
              </a:defRPr>
            </a:lvl4pPr>
            <a:lvl5pPr lvl="4">
              <a:lnSpc>
                <a:spcPct val="65000"/>
              </a:lnSpc>
              <a:spcBef>
                <a:spcPts val="0"/>
              </a:spcBef>
              <a:spcAft>
                <a:spcPts val="0"/>
              </a:spcAft>
              <a:buClr>
                <a:schemeClr val="accent2"/>
              </a:buClr>
              <a:buSzPts val="5400"/>
              <a:buNone/>
              <a:defRPr sz="5400">
                <a:solidFill>
                  <a:schemeClr val="accent2"/>
                </a:solidFill>
              </a:defRPr>
            </a:lvl5pPr>
            <a:lvl6pPr lvl="5">
              <a:lnSpc>
                <a:spcPct val="65000"/>
              </a:lnSpc>
              <a:spcBef>
                <a:spcPts val="0"/>
              </a:spcBef>
              <a:spcAft>
                <a:spcPts val="0"/>
              </a:spcAft>
              <a:buClr>
                <a:schemeClr val="accent2"/>
              </a:buClr>
              <a:buSzPts val="5400"/>
              <a:buNone/>
              <a:defRPr sz="5400">
                <a:solidFill>
                  <a:schemeClr val="accent2"/>
                </a:solidFill>
              </a:defRPr>
            </a:lvl6pPr>
            <a:lvl7pPr lvl="6">
              <a:lnSpc>
                <a:spcPct val="65000"/>
              </a:lnSpc>
              <a:spcBef>
                <a:spcPts val="0"/>
              </a:spcBef>
              <a:spcAft>
                <a:spcPts val="0"/>
              </a:spcAft>
              <a:buClr>
                <a:schemeClr val="accent2"/>
              </a:buClr>
              <a:buSzPts val="5400"/>
              <a:buNone/>
              <a:defRPr sz="5400">
                <a:solidFill>
                  <a:schemeClr val="accent2"/>
                </a:solidFill>
              </a:defRPr>
            </a:lvl7pPr>
            <a:lvl8pPr lvl="7">
              <a:lnSpc>
                <a:spcPct val="65000"/>
              </a:lnSpc>
              <a:spcBef>
                <a:spcPts val="0"/>
              </a:spcBef>
              <a:spcAft>
                <a:spcPts val="0"/>
              </a:spcAft>
              <a:buClr>
                <a:schemeClr val="accent2"/>
              </a:buClr>
              <a:buSzPts val="5400"/>
              <a:buNone/>
              <a:defRPr sz="5400">
                <a:solidFill>
                  <a:schemeClr val="accent2"/>
                </a:solidFill>
              </a:defRPr>
            </a:lvl8pPr>
            <a:lvl9pPr lvl="8">
              <a:lnSpc>
                <a:spcPct val="65000"/>
              </a:lnSpc>
              <a:spcBef>
                <a:spcPts val="0"/>
              </a:spcBef>
              <a:spcAft>
                <a:spcPts val="0"/>
              </a:spcAft>
              <a:buClr>
                <a:schemeClr val="accent2"/>
              </a:buClr>
              <a:buSzPts val="5400"/>
              <a:buNone/>
              <a:defRPr sz="5400">
                <a:solidFill>
                  <a:schemeClr val="accent2"/>
                </a:solidFill>
              </a:defRPr>
            </a:lvl9pPr>
          </a:lstStyle>
          <a:p/>
        </p:txBody>
      </p:sp>
      <p:sp>
        <p:nvSpPr>
          <p:cNvPr id="437" name="Google Shape;437;p49"/>
          <p:cNvSpPr txBox="1"/>
          <p:nvPr>
            <p:ph idx="3" type="body"/>
          </p:nvPr>
        </p:nvSpPr>
        <p:spPr>
          <a:xfrm>
            <a:off x="5172399" y="349775"/>
            <a:ext cx="3721800" cy="707100"/>
          </a:xfrm>
          <a:prstGeom prst="rect">
            <a:avLst/>
          </a:prstGeom>
        </p:spPr>
        <p:txBody>
          <a:bodyPr anchorCtr="0" anchor="t" bIns="0" lIns="0" spcFirstLastPara="1" rIns="0"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s">
  <p:cSld name="CUSTOM_1_2">
    <p:bg>
      <p:bgPr>
        <a:solidFill>
          <a:schemeClr val="lt1"/>
        </a:solidFill>
      </p:bgPr>
    </p:bg>
    <p:spTree>
      <p:nvGrpSpPr>
        <p:cNvPr id="438" name="Shape 438"/>
        <p:cNvGrpSpPr/>
        <p:nvPr/>
      </p:nvGrpSpPr>
      <p:grpSpPr>
        <a:xfrm>
          <a:off x="0" y="0"/>
          <a:ext cx="0" cy="0"/>
          <a:chOff x="0" y="0"/>
          <a:chExt cx="0" cy="0"/>
        </a:xfrm>
      </p:grpSpPr>
      <p:sp>
        <p:nvSpPr>
          <p:cNvPr id="439" name="Google Shape;439;p50"/>
          <p:cNvSpPr/>
          <p:nvPr/>
        </p:nvSpPr>
        <p:spPr>
          <a:xfrm>
            <a:off x="4572125" y="-25"/>
            <a:ext cx="4572000" cy="12339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440" name="Google Shape;440;p50"/>
          <p:cNvSpPr/>
          <p:nvPr/>
        </p:nvSpPr>
        <p:spPr>
          <a:xfrm>
            <a:off x="-75" y="-25"/>
            <a:ext cx="4572000" cy="35313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441" name="Google Shape;441;p50"/>
          <p:cNvSpPr/>
          <p:nvPr/>
        </p:nvSpPr>
        <p:spPr>
          <a:xfrm>
            <a:off x="4572025" y="1234025"/>
            <a:ext cx="4572000" cy="3909600"/>
          </a:xfrm>
          <a:prstGeom prst="rect">
            <a:avLst/>
          </a:prstGeom>
          <a:solidFill>
            <a:schemeClr val="lt2"/>
          </a:solidFill>
          <a:ln>
            <a:noFill/>
          </a:ln>
        </p:spPr>
        <p:txBody>
          <a:bodyPr anchorCtr="0" anchor="t" bIns="91425" lIns="91425" spcFirstLastPara="1" rIns="91425" wrap="square" tIns="91425">
            <a:noAutofit/>
          </a:bodyPr>
          <a:lstStyle/>
          <a:p>
            <a:pPr indent="0" lvl="0" marL="0" rtl="0" algn="l">
              <a:lnSpc>
                <a:spcPct val="80000"/>
              </a:lnSpc>
              <a:spcBef>
                <a:spcPts val="0"/>
              </a:spcBef>
              <a:spcAft>
                <a:spcPts val="0"/>
              </a:spcAft>
              <a:buNone/>
            </a:pPr>
            <a:r>
              <a:t/>
            </a:r>
            <a:endParaRPr sz="9600">
              <a:solidFill>
                <a:srgbClr val="3C3D36"/>
              </a:solidFill>
              <a:latin typeface="Familjen Grotesk"/>
              <a:ea typeface="Familjen Grotesk"/>
              <a:cs typeface="Familjen Grotesk"/>
              <a:sym typeface="Familjen Grotesk"/>
            </a:endParaRPr>
          </a:p>
        </p:txBody>
      </p:sp>
      <p:sp>
        <p:nvSpPr>
          <p:cNvPr id="442" name="Google Shape;442;p50"/>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43" name="Google Shape;443;p50"/>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444" name="Google Shape;444;p50"/>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445" name="Google Shape;445;p50"/>
          <p:cNvSpPr txBox="1"/>
          <p:nvPr>
            <p:ph type="title"/>
          </p:nvPr>
        </p:nvSpPr>
        <p:spPr>
          <a:xfrm>
            <a:off x="73152" y="335300"/>
            <a:ext cx="44487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SzPts val="5600"/>
              <a:buNone/>
              <a:defRPr sz="5600"/>
            </a:lvl1pPr>
            <a:lvl2pPr lvl="1">
              <a:lnSpc>
                <a:spcPct val="65000"/>
              </a:lnSpc>
              <a:spcBef>
                <a:spcPts val="0"/>
              </a:spcBef>
              <a:spcAft>
                <a:spcPts val="0"/>
              </a:spcAft>
              <a:buSzPts val="5600"/>
              <a:buNone/>
              <a:defRPr sz="5600"/>
            </a:lvl2pPr>
            <a:lvl3pPr lvl="2">
              <a:lnSpc>
                <a:spcPct val="65000"/>
              </a:lnSpc>
              <a:spcBef>
                <a:spcPts val="0"/>
              </a:spcBef>
              <a:spcAft>
                <a:spcPts val="0"/>
              </a:spcAft>
              <a:buSzPts val="5600"/>
              <a:buNone/>
              <a:defRPr sz="5600"/>
            </a:lvl3pPr>
            <a:lvl4pPr lvl="3">
              <a:lnSpc>
                <a:spcPct val="65000"/>
              </a:lnSpc>
              <a:spcBef>
                <a:spcPts val="0"/>
              </a:spcBef>
              <a:spcAft>
                <a:spcPts val="0"/>
              </a:spcAft>
              <a:buSzPts val="5600"/>
              <a:buNone/>
              <a:defRPr sz="5600"/>
            </a:lvl4pPr>
            <a:lvl5pPr lvl="4">
              <a:lnSpc>
                <a:spcPct val="65000"/>
              </a:lnSpc>
              <a:spcBef>
                <a:spcPts val="0"/>
              </a:spcBef>
              <a:spcAft>
                <a:spcPts val="0"/>
              </a:spcAft>
              <a:buSzPts val="5600"/>
              <a:buNone/>
              <a:defRPr sz="5600"/>
            </a:lvl5pPr>
            <a:lvl6pPr lvl="5">
              <a:lnSpc>
                <a:spcPct val="65000"/>
              </a:lnSpc>
              <a:spcBef>
                <a:spcPts val="0"/>
              </a:spcBef>
              <a:spcAft>
                <a:spcPts val="0"/>
              </a:spcAft>
              <a:buSzPts val="5600"/>
              <a:buNone/>
              <a:defRPr sz="5600"/>
            </a:lvl6pPr>
            <a:lvl7pPr lvl="6">
              <a:lnSpc>
                <a:spcPct val="65000"/>
              </a:lnSpc>
              <a:spcBef>
                <a:spcPts val="0"/>
              </a:spcBef>
              <a:spcAft>
                <a:spcPts val="0"/>
              </a:spcAft>
              <a:buSzPts val="5600"/>
              <a:buNone/>
              <a:defRPr sz="5600"/>
            </a:lvl7pPr>
            <a:lvl8pPr lvl="7">
              <a:lnSpc>
                <a:spcPct val="65000"/>
              </a:lnSpc>
              <a:spcBef>
                <a:spcPts val="0"/>
              </a:spcBef>
              <a:spcAft>
                <a:spcPts val="0"/>
              </a:spcAft>
              <a:buSzPts val="5600"/>
              <a:buNone/>
              <a:defRPr sz="5600"/>
            </a:lvl8pPr>
            <a:lvl9pPr lvl="8">
              <a:lnSpc>
                <a:spcPct val="65000"/>
              </a:lnSpc>
              <a:spcBef>
                <a:spcPts val="0"/>
              </a:spcBef>
              <a:spcAft>
                <a:spcPts val="0"/>
              </a:spcAft>
              <a:buSzPts val="5600"/>
              <a:buNone/>
              <a:defRPr sz="5600"/>
            </a:lvl9pPr>
          </a:lstStyle>
          <a:p/>
        </p:txBody>
      </p:sp>
      <p:sp>
        <p:nvSpPr>
          <p:cNvPr id="446" name="Google Shape;446;p50"/>
          <p:cNvSpPr txBox="1"/>
          <p:nvPr>
            <p:ph idx="3" type="body"/>
          </p:nvPr>
        </p:nvSpPr>
        <p:spPr>
          <a:xfrm>
            <a:off x="201875" y="1328225"/>
            <a:ext cx="2888700" cy="1853700"/>
          </a:xfrm>
          <a:prstGeom prst="rect">
            <a:avLst/>
          </a:prstGeom>
        </p:spPr>
        <p:txBody>
          <a:bodyPr anchorCtr="0" anchor="t" bIns="0" lIns="0" spcFirstLastPara="1" rIns="0"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447" name="Google Shape;447;p50"/>
          <p:cNvSpPr/>
          <p:nvPr/>
        </p:nvSpPr>
        <p:spPr>
          <a:xfrm>
            <a:off x="-75" y="3531275"/>
            <a:ext cx="4572000" cy="1611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448" name="Google Shape;448;p50"/>
          <p:cNvSpPr txBox="1"/>
          <p:nvPr>
            <p:ph idx="4" type="title"/>
          </p:nvPr>
        </p:nvSpPr>
        <p:spPr>
          <a:xfrm>
            <a:off x="1775" y="3706500"/>
            <a:ext cx="45720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SzPts val="9600"/>
              <a:buNone/>
              <a:defRPr sz="9600"/>
            </a:lvl1pPr>
            <a:lvl2pPr lvl="1">
              <a:lnSpc>
                <a:spcPct val="65000"/>
              </a:lnSpc>
              <a:spcBef>
                <a:spcPts val="0"/>
              </a:spcBef>
              <a:spcAft>
                <a:spcPts val="0"/>
              </a:spcAft>
              <a:buSzPts val="9600"/>
              <a:buNone/>
              <a:defRPr sz="9600"/>
            </a:lvl2pPr>
            <a:lvl3pPr lvl="2">
              <a:lnSpc>
                <a:spcPct val="65000"/>
              </a:lnSpc>
              <a:spcBef>
                <a:spcPts val="0"/>
              </a:spcBef>
              <a:spcAft>
                <a:spcPts val="0"/>
              </a:spcAft>
              <a:buSzPts val="9600"/>
              <a:buNone/>
              <a:defRPr sz="9600"/>
            </a:lvl3pPr>
            <a:lvl4pPr lvl="3">
              <a:lnSpc>
                <a:spcPct val="65000"/>
              </a:lnSpc>
              <a:spcBef>
                <a:spcPts val="0"/>
              </a:spcBef>
              <a:spcAft>
                <a:spcPts val="0"/>
              </a:spcAft>
              <a:buSzPts val="9600"/>
              <a:buNone/>
              <a:defRPr sz="9600"/>
            </a:lvl4pPr>
            <a:lvl5pPr lvl="4">
              <a:lnSpc>
                <a:spcPct val="65000"/>
              </a:lnSpc>
              <a:spcBef>
                <a:spcPts val="0"/>
              </a:spcBef>
              <a:spcAft>
                <a:spcPts val="0"/>
              </a:spcAft>
              <a:buSzPts val="9600"/>
              <a:buNone/>
              <a:defRPr sz="9600"/>
            </a:lvl5pPr>
            <a:lvl6pPr lvl="5">
              <a:lnSpc>
                <a:spcPct val="65000"/>
              </a:lnSpc>
              <a:spcBef>
                <a:spcPts val="0"/>
              </a:spcBef>
              <a:spcAft>
                <a:spcPts val="0"/>
              </a:spcAft>
              <a:buSzPts val="9600"/>
              <a:buNone/>
              <a:defRPr sz="9600"/>
            </a:lvl6pPr>
            <a:lvl7pPr lvl="6">
              <a:lnSpc>
                <a:spcPct val="65000"/>
              </a:lnSpc>
              <a:spcBef>
                <a:spcPts val="0"/>
              </a:spcBef>
              <a:spcAft>
                <a:spcPts val="0"/>
              </a:spcAft>
              <a:buSzPts val="9600"/>
              <a:buNone/>
              <a:defRPr sz="9600"/>
            </a:lvl7pPr>
            <a:lvl8pPr lvl="7">
              <a:lnSpc>
                <a:spcPct val="65000"/>
              </a:lnSpc>
              <a:spcBef>
                <a:spcPts val="0"/>
              </a:spcBef>
              <a:spcAft>
                <a:spcPts val="0"/>
              </a:spcAft>
              <a:buSzPts val="9600"/>
              <a:buNone/>
              <a:defRPr sz="9600"/>
            </a:lvl8pPr>
            <a:lvl9pPr lvl="8">
              <a:lnSpc>
                <a:spcPct val="65000"/>
              </a:lnSpc>
              <a:spcBef>
                <a:spcPts val="0"/>
              </a:spcBef>
              <a:spcAft>
                <a:spcPts val="0"/>
              </a:spcAft>
              <a:buSzPts val="9600"/>
              <a:buNone/>
              <a:defRPr sz="9600"/>
            </a:lvl9pPr>
          </a:lstStyle>
          <a:p/>
        </p:txBody>
      </p:sp>
      <p:sp>
        <p:nvSpPr>
          <p:cNvPr id="449" name="Google Shape;449;p50"/>
          <p:cNvSpPr txBox="1"/>
          <p:nvPr>
            <p:ph idx="5" type="title"/>
          </p:nvPr>
        </p:nvSpPr>
        <p:spPr>
          <a:xfrm>
            <a:off x="4572025" y="1410802"/>
            <a:ext cx="45720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SzPts val="9600"/>
              <a:buNone/>
              <a:defRPr sz="9600"/>
            </a:lvl1pPr>
            <a:lvl2pPr lvl="1">
              <a:lnSpc>
                <a:spcPct val="65000"/>
              </a:lnSpc>
              <a:spcBef>
                <a:spcPts val="0"/>
              </a:spcBef>
              <a:spcAft>
                <a:spcPts val="0"/>
              </a:spcAft>
              <a:buSzPts val="9600"/>
              <a:buNone/>
              <a:defRPr sz="9600"/>
            </a:lvl2pPr>
            <a:lvl3pPr lvl="2">
              <a:lnSpc>
                <a:spcPct val="65000"/>
              </a:lnSpc>
              <a:spcBef>
                <a:spcPts val="0"/>
              </a:spcBef>
              <a:spcAft>
                <a:spcPts val="0"/>
              </a:spcAft>
              <a:buSzPts val="9600"/>
              <a:buNone/>
              <a:defRPr sz="9600"/>
            </a:lvl3pPr>
            <a:lvl4pPr lvl="3">
              <a:lnSpc>
                <a:spcPct val="65000"/>
              </a:lnSpc>
              <a:spcBef>
                <a:spcPts val="0"/>
              </a:spcBef>
              <a:spcAft>
                <a:spcPts val="0"/>
              </a:spcAft>
              <a:buSzPts val="9600"/>
              <a:buNone/>
              <a:defRPr sz="9600"/>
            </a:lvl4pPr>
            <a:lvl5pPr lvl="4">
              <a:lnSpc>
                <a:spcPct val="65000"/>
              </a:lnSpc>
              <a:spcBef>
                <a:spcPts val="0"/>
              </a:spcBef>
              <a:spcAft>
                <a:spcPts val="0"/>
              </a:spcAft>
              <a:buSzPts val="9600"/>
              <a:buNone/>
              <a:defRPr sz="9600"/>
            </a:lvl5pPr>
            <a:lvl6pPr lvl="5">
              <a:lnSpc>
                <a:spcPct val="65000"/>
              </a:lnSpc>
              <a:spcBef>
                <a:spcPts val="0"/>
              </a:spcBef>
              <a:spcAft>
                <a:spcPts val="0"/>
              </a:spcAft>
              <a:buSzPts val="9600"/>
              <a:buNone/>
              <a:defRPr sz="9600"/>
            </a:lvl6pPr>
            <a:lvl7pPr lvl="6">
              <a:lnSpc>
                <a:spcPct val="65000"/>
              </a:lnSpc>
              <a:spcBef>
                <a:spcPts val="0"/>
              </a:spcBef>
              <a:spcAft>
                <a:spcPts val="0"/>
              </a:spcAft>
              <a:buSzPts val="9600"/>
              <a:buNone/>
              <a:defRPr sz="9600"/>
            </a:lvl7pPr>
            <a:lvl8pPr lvl="7">
              <a:lnSpc>
                <a:spcPct val="65000"/>
              </a:lnSpc>
              <a:spcBef>
                <a:spcPts val="0"/>
              </a:spcBef>
              <a:spcAft>
                <a:spcPts val="0"/>
              </a:spcAft>
              <a:buSzPts val="9600"/>
              <a:buNone/>
              <a:defRPr sz="9600"/>
            </a:lvl8pPr>
            <a:lvl9pPr lvl="8">
              <a:lnSpc>
                <a:spcPct val="65000"/>
              </a:lnSpc>
              <a:spcBef>
                <a:spcPts val="0"/>
              </a:spcBef>
              <a:spcAft>
                <a:spcPts val="0"/>
              </a:spcAft>
              <a:buSzPts val="9600"/>
              <a:buNone/>
              <a:defRPr sz="9600"/>
            </a:lvl9pPr>
          </a:lstStyle>
          <a:p/>
        </p:txBody>
      </p:sp>
      <p:sp>
        <p:nvSpPr>
          <p:cNvPr id="450" name="Google Shape;450;p50"/>
          <p:cNvSpPr txBox="1"/>
          <p:nvPr>
            <p:ph idx="6" type="subTitle"/>
          </p:nvPr>
        </p:nvSpPr>
        <p:spPr>
          <a:xfrm>
            <a:off x="4620125" y="2279600"/>
            <a:ext cx="3623400" cy="548700"/>
          </a:xfrm>
          <a:prstGeom prst="rect">
            <a:avLst/>
          </a:prstGeom>
        </p:spPr>
        <p:txBody>
          <a:bodyPr anchorCtr="0" anchor="t" bIns="91425" lIns="91425" spcFirstLastPara="1" rIns="91425" wrap="square" tIns="91425">
            <a:noAutofit/>
          </a:bodyPr>
          <a:lstStyle>
            <a:lvl1pPr lvl="0">
              <a:spcBef>
                <a:spcPts val="0"/>
              </a:spcBef>
              <a:spcAft>
                <a:spcPts val="0"/>
              </a:spcAft>
              <a:buSzPts val="1100"/>
              <a:buNone/>
              <a:defRPr sz="11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1" name="Google Shape;451;p50"/>
          <p:cNvSpPr txBox="1"/>
          <p:nvPr>
            <p:ph idx="7" type="subTitle"/>
          </p:nvPr>
        </p:nvSpPr>
        <p:spPr>
          <a:xfrm>
            <a:off x="90675" y="4563600"/>
            <a:ext cx="2888700" cy="451500"/>
          </a:xfrm>
          <a:prstGeom prst="rect">
            <a:avLst/>
          </a:prstGeom>
        </p:spPr>
        <p:txBody>
          <a:bodyPr anchorCtr="0" anchor="t" bIns="91425" lIns="91425" spcFirstLastPara="1" rIns="91425" wrap="square" tIns="91425">
            <a:noAutofit/>
          </a:bodyPr>
          <a:lstStyle>
            <a:lvl1pPr lvl="0">
              <a:spcBef>
                <a:spcPts val="0"/>
              </a:spcBef>
              <a:spcAft>
                <a:spcPts val="0"/>
              </a:spcAft>
              <a:buSzPts val="1100"/>
              <a:buNone/>
              <a:defRPr sz="11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extLst>
    <p:ext uri="{DCECCB84-F9BA-43D5-87BE-67443E8EF086}">
      <p15:sldGuideLst>
        <p15:guide id="1" orient="horz" pos="192">
          <p15:clr>
            <a:srgbClr val="FA7B17"/>
          </p15:clr>
        </p15:guide>
        <p15:guide id="2" orient="horz" pos="3048">
          <p15:clr>
            <a:srgbClr val="FA7B17"/>
          </p15:clr>
        </p15:guide>
        <p15:guide id="3" pos="314">
          <p15:clr>
            <a:srgbClr val="FA7B17"/>
          </p15:clr>
        </p15:guide>
        <p15:guide id="4" pos="5446">
          <p15:clr>
            <a:srgbClr val="FA7B17"/>
          </p15:clr>
        </p15:guide>
        <p15:guide id="5" pos="567">
          <p15:clr>
            <a:srgbClr val="FA7B17"/>
          </p15:clr>
        </p15:guide>
        <p15:guide id="6" pos="757">
          <p15:clr>
            <a:srgbClr val="FA7B17"/>
          </p15:clr>
        </p15:guide>
        <p15:guide id="7" pos="1011">
          <p15:clr>
            <a:srgbClr val="FA7B17"/>
          </p15:clr>
        </p15:guide>
        <p15:guide id="8" pos="1201">
          <p15:clr>
            <a:srgbClr val="FA7B17"/>
          </p15:clr>
        </p15:guide>
        <p15:guide id="9" pos="1454">
          <p15:clr>
            <a:srgbClr val="FA7B17"/>
          </p15:clr>
        </p15:guide>
        <p15:guide id="10" pos="1644">
          <p15:clr>
            <a:srgbClr val="FA7B17"/>
          </p15:clr>
        </p15:guide>
        <p15:guide id="11" pos="1898">
          <p15:clr>
            <a:srgbClr val="FA7B17"/>
          </p15:clr>
        </p15:guide>
        <p15:guide id="12" pos="2088">
          <p15:clr>
            <a:srgbClr val="FA7B17"/>
          </p15:clr>
        </p15:guide>
        <p15:guide id="13" pos="2341">
          <p15:clr>
            <a:srgbClr val="FA7B17"/>
          </p15:clr>
        </p15:guide>
        <p15:guide id="14" pos="2532">
          <p15:clr>
            <a:srgbClr val="FA7B17"/>
          </p15:clr>
        </p15:guide>
        <p15:guide id="15" pos="2785">
          <p15:clr>
            <a:srgbClr val="FA7B17"/>
          </p15:clr>
        </p15:guide>
        <p15:guide id="16" pos="2975">
          <p15:clr>
            <a:srgbClr val="FA7B17"/>
          </p15:clr>
        </p15:guide>
        <p15:guide id="17" pos="3228">
          <p15:clr>
            <a:srgbClr val="FA7B17"/>
          </p15:clr>
        </p15:guide>
        <p15:guide id="18" pos="3419">
          <p15:clr>
            <a:srgbClr val="FA7B17"/>
          </p15:clr>
        </p15:guide>
        <p15:guide id="19" pos="3672">
          <p15:clr>
            <a:srgbClr val="FA7B17"/>
          </p15:clr>
        </p15:guide>
        <p15:guide id="20" pos="3862">
          <p15:clr>
            <a:srgbClr val="FA7B17"/>
          </p15:clr>
        </p15:guide>
        <p15:guide id="21" pos="4116">
          <p15:clr>
            <a:srgbClr val="FA7B17"/>
          </p15:clr>
        </p15:guide>
        <p15:guide id="22" pos="4306">
          <p15:clr>
            <a:srgbClr val="FA7B17"/>
          </p15:clr>
        </p15:guide>
        <p15:guide id="23" pos="4559">
          <p15:clr>
            <a:srgbClr val="FA7B17"/>
          </p15:clr>
        </p15:guide>
        <p15:guide id="24" pos="4749">
          <p15:clr>
            <a:srgbClr val="FA7B17"/>
          </p15:clr>
        </p15:guide>
        <p15:guide id="25" pos="5003">
          <p15:clr>
            <a:srgbClr val="FA7B17"/>
          </p15:clr>
        </p15:guide>
        <p15:guide id="26" pos="5193">
          <p15:clr>
            <a:srgbClr val="FA7B17"/>
          </p15:clr>
        </p15:guide>
        <p15:guide id="27" orient="horz" pos="837">
          <p15:clr>
            <a:srgbClr val="FA7B17"/>
          </p15:clr>
        </p15:guide>
        <p15:guide id="28" orient="horz" pos="2312">
          <p15:clr>
            <a:srgbClr val="FA7B17"/>
          </p15:clr>
        </p15:guide>
        <p15:guide id="29" orient="horz" pos="2405">
          <p15:clr>
            <a:srgbClr val="FA7B17"/>
          </p15:clr>
        </p15:guide>
        <p15:guide id="30" orient="horz" pos="929">
          <p15:clr>
            <a:srgbClr val="FA7B17"/>
          </p15:clr>
        </p15:guide>
        <p15:guide id="31" orient="horz" pos="1574">
          <p15:clr>
            <a:srgbClr val="FA7B17"/>
          </p15:clr>
        </p15:guide>
        <p15:guide id="32" orient="horz" pos="1666">
          <p15:clr>
            <a:srgbClr val="FA7B17"/>
          </p15:clr>
        </p15:guide>
      </p15:sldGuideLst>
    </p:ext>
  </p:extLst>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amping Up">
  <p:cSld name="TITLE_1_1_1">
    <p:spTree>
      <p:nvGrpSpPr>
        <p:cNvPr id="452" name="Shape 452"/>
        <p:cNvGrpSpPr/>
        <p:nvPr/>
      </p:nvGrpSpPr>
      <p:grpSpPr>
        <a:xfrm>
          <a:off x="0" y="0"/>
          <a:ext cx="0" cy="0"/>
          <a:chOff x="0" y="0"/>
          <a:chExt cx="0" cy="0"/>
        </a:xfrm>
      </p:grpSpPr>
      <p:sp>
        <p:nvSpPr>
          <p:cNvPr id="453" name="Google Shape;453;p51"/>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54" name="Google Shape;454;p51"/>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455" name="Google Shape;455;p51"/>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456" name="Google Shape;456;p51"/>
          <p:cNvSpPr txBox="1"/>
          <p:nvPr>
            <p:ph type="title"/>
          </p:nvPr>
        </p:nvSpPr>
        <p:spPr>
          <a:xfrm>
            <a:off x="73152" y="335300"/>
            <a:ext cx="44487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400"/>
              <a:buNone/>
              <a:defRPr sz="5400">
                <a:solidFill>
                  <a:schemeClr val="accent2"/>
                </a:solidFill>
              </a:defRPr>
            </a:lvl2pPr>
            <a:lvl3pPr lvl="2">
              <a:lnSpc>
                <a:spcPct val="65000"/>
              </a:lnSpc>
              <a:spcBef>
                <a:spcPts val="0"/>
              </a:spcBef>
              <a:spcAft>
                <a:spcPts val="0"/>
              </a:spcAft>
              <a:buClr>
                <a:schemeClr val="accent2"/>
              </a:buClr>
              <a:buSzPts val="5400"/>
              <a:buNone/>
              <a:defRPr sz="5400">
                <a:solidFill>
                  <a:schemeClr val="accent2"/>
                </a:solidFill>
              </a:defRPr>
            </a:lvl3pPr>
            <a:lvl4pPr lvl="3">
              <a:lnSpc>
                <a:spcPct val="65000"/>
              </a:lnSpc>
              <a:spcBef>
                <a:spcPts val="0"/>
              </a:spcBef>
              <a:spcAft>
                <a:spcPts val="0"/>
              </a:spcAft>
              <a:buClr>
                <a:schemeClr val="accent2"/>
              </a:buClr>
              <a:buSzPts val="5400"/>
              <a:buNone/>
              <a:defRPr sz="5400">
                <a:solidFill>
                  <a:schemeClr val="accent2"/>
                </a:solidFill>
              </a:defRPr>
            </a:lvl4pPr>
            <a:lvl5pPr lvl="4">
              <a:lnSpc>
                <a:spcPct val="65000"/>
              </a:lnSpc>
              <a:spcBef>
                <a:spcPts val="0"/>
              </a:spcBef>
              <a:spcAft>
                <a:spcPts val="0"/>
              </a:spcAft>
              <a:buClr>
                <a:schemeClr val="accent2"/>
              </a:buClr>
              <a:buSzPts val="5400"/>
              <a:buNone/>
              <a:defRPr sz="5400">
                <a:solidFill>
                  <a:schemeClr val="accent2"/>
                </a:solidFill>
              </a:defRPr>
            </a:lvl5pPr>
            <a:lvl6pPr lvl="5">
              <a:lnSpc>
                <a:spcPct val="65000"/>
              </a:lnSpc>
              <a:spcBef>
                <a:spcPts val="0"/>
              </a:spcBef>
              <a:spcAft>
                <a:spcPts val="0"/>
              </a:spcAft>
              <a:buClr>
                <a:schemeClr val="accent2"/>
              </a:buClr>
              <a:buSzPts val="5400"/>
              <a:buNone/>
              <a:defRPr sz="5400">
                <a:solidFill>
                  <a:schemeClr val="accent2"/>
                </a:solidFill>
              </a:defRPr>
            </a:lvl6pPr>
            <a:lvl7pPr lvl="6">
              <a:lnSpc>
                <a:spcPct val="65000"/>
              </a:lnSpc>
              <a:spcBef>
                <a:spcPts val="0"/>
              </a:spcBef>
              <a:spcAft>
                <a:spcPts val="0"/>
              </a:spcAft>
              <a:buClr>
                <a:schemeClr val="accent2"/>
              </a:buClr>
              <a:buSzPts val="5400"/>
              <a:buNone/>
              <a:defRPr sz="5400">
                <a:solidFill>
                  <a:schemeClr val="accent2"/>
                </a:solidFill>
              </a:defRPr>
            </a:lvl7pPr>
            <a:lvl8pPr lvl="7">
              <a:lnSpc>
                <a:spcPct val="65000"/>
              </a:lnSpc>
              <a:spcBef>
                <a:spcPts val="0"/>
              </a:spcBef>
              <a:spcAft>
                <a:spcPts val="0"/>
              </a:spcAft>
              <a:buClr>
                <a:schemeClr val="accent2"/>
              </a:buClr>
              <a:buSzPts val="5400"/>
              <a:buNone/>
              <a:defRPr sz="5400">
                <a:solidFill>
                  <a:schemeClr val="accent2"/>
                </a:solidFill>
              </a:defRPr>
            </a:lvl8pPr>
            <a:lvl9pPr lvl="8">
              <a:lnSpc>
                <a:spcPct val="65000"/>
              </a:lnSpc>
              <a:spcBef>
                <a:spcPts val="0"/>
              </a:spcBef>
              <a:spcAft>
                <a:spcPts val="0"/>
              </a:spcAft>
              <a:buClr>
                <a:schemeClr val="accent2"/>
              </a:buClr>
              <a:buSzPts val="5400"/>
              <a:buNone/>
              <a:defRPr sz="5400">
                <a:solidFill>
                  <a:schemeClr val="accent2"/>
                </a:solidFill>
              </a:defRPr>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erarchy">
  <p:cSld name="CUSTOM_4">
    <p:bg>
      <p:bgPr>
        <a:solidFill>
          <a:schemeClr val="lt2"/>
        </a:solidFill>
      </p:bgPr>
    </p:bg>
    <p:spTree>
      <p:nvGrpSpPr>
        <p:cNvPr id="457" name="Shape 457"/>
        <p:cNvGrpSpPr/>
        <p:nvPr/>
      </p:nvGrpSpPr>
      <p:grpSpPr>
        <a:xfrm>
          <a:off x="0" y="0"/>
          <a:ext cx="0" cy="0"/>
          <a:chOff x="0" y="0"/>
          <a:chExt cx="0" cy="0"/>
        </a:xfrm>
      </p:grpSpPr>
      <p:sp>
        <p:nvSpPr>
          <p:cNvPr id="458" name="Google Shape;458;p52"/>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59" name="Google Shape;459;p52"/>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460" name="Google Shape;460;p52"/>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461" name="Google Shape;461;p52"/>
          <p:cNvSpPr txBox="1"/>
          <p:nvPr>
            <p:ph type="title"/>
          </p:nvPr>
        </p:nvSpPr>
        <p:spPr>
          <a:xfrm>
            <a:off x="73152" y="335300"/>
            <a:ext cx="44487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SzPts val="5600"/>
              <a:buNone/>
              <a:defRPr sz="5600"/>
            </a:lvl1pPr>
            <a:lvl2pPr lvl="1">
              <a:lnSpc>
                <a:spcPct val="65000"/>
              </a:lnSpc>
              <a:spcBef>
                <a:spcPts val="0"/>
              </a:spcBef>
              <a:spcAft>
                <a:spcPts val="0"/>
              </a:spcAft>
              <a:buSzPts val="5400"/>
              <a:buNone/>
              <a:defRPr sz="5400"/>
            </a:lvl2pPr>
            <a:lvl3pPr lvl="2">
              <a:lnSpc>
                <a:spcPct val="65000"/>
              </a:lnSpc>
              <a:spcBef>
                <a:spcPts val="0"/>
              </a:spcBef>
              <a:spcAft>
                <a:spcPts val="0"/>
              </a:spcAft>
              <a:buSzPts val="5400"/>
              <a:buNone/>
              <a:defRPr sz="5400"/>
            </a:lvl3pPr>
            <a:lvl4pPr lvl="3">
              <a:lnSpc>
                <a:spcPct val="65000"/>
              </a:lnSpc>
              <a:spcBef>
                <a:spcPts val="0"/>
              </a:spcBef>
              <a:spcAft>
                <a:spcPts val="0"/>
              </a:spcAft>
              <a:buSzPts val="5400"/>
              <a:buNone/>
              <a:defRPr sz="5400"/>
            </a:lvl4pPr>
            <a:lvl5pPr lvl="4">
              <a:lnSpc>
                <a:spcPct val="65000"/>
              </a:lnSpc>
              <a:spcBef>
                <a:spcPts val="0"/>
              </a:spcBef>
              <a:spcAft>
                <a:spcPts val="0"/>
              </a:spcAft>
              <a:buSzPts val="5400"/>
              <a:buNone/>
              <a:defRPr sz="5400"/>
            </a:lvl5pPr>
            <a:lvl6pPr lvl="5">
              <a:lnSpc>
                <a:spcPct val="65000"/>
              </a:lnSpc>
              <a:spcBef>
                <a:spcPts val="0"/>
              </a:spcBef>
              <a:spcAft>
                <a:spcPts val="0"/>
              </a:spcAft>
              <a:buSzPts val="5400"/>
              <a:buNone/>
              <a:defRPr sz="5400"/>
            </a:lvl6pPr>
            <a:lvl7pPr lvl="6">
              <a:lnSpc>
                <a:spcPct val="65000"/>
              </a:lnSpc>
              <a:spcBef>
                <a:spcPts val="0"/>
              </a:spcBef>
              <a:spcAft>
                <a:spcPts val="0"/>
              </a:spcAft>
              <a:buSzPts val="5400"/>
              <a:buNone/>
              <a:defRPr sz="5400"/>
            </a:lvl7pPr>
            <a:lvl8pPr lvl="7">
              <a:lnSpc>
                <a:spcPct val="65000"/>
              </a:lnSpc>
              <a:spcBef>
                <a:spcPts val="0"/>
              </a:spcBef>
              <a:spcAft>
                <a:spcPts val="0"/>
              </a:spcAft>
              <a:buSzPts val="5400"/>
              <a:buNone/>
              <a:defRPr sz="5400"/>
            </a:lvl8pPr>
            <a:lvl9pPr lvl="8">
              <a:lnSpc>
                <a:spcPct val="65000"/>
              </a:lnSpc>
              <a:spcBef>
                <a:spcPts val="0"/>
              </a:spcBef>
              <a:spcAft>
                <a:spcPts val="0"/>
              </a:spcAft>
              <a:buSzPts val="5400"/>
              <a:buNone/>
              <a:defRPr sz="5400"/>
            </a:lvl9pPr>
          </a:lstStyle>
          <a:p/>
        </p:txBody>
      </p:sp>
      <p:sp>
        <p:nvSpPr>
          <p:cNvPr id="462" name="Google Shape;462;p52"/>
          <p:cNvSpPr txBox="1"/>
          <p:nvPr>
            <p:ph idx="3" type="body"/>
          </p:nvPr>
        </p:nvSpPr>
        <p:spPr>
          <a:xfrm>
            <a:off x="5172399" y="349775"/>
            <a:ext cx="3721800" cy="707100"/>
          </a:xfrm>
          <a:prstGeom prst="rect">
            <a:avLst/>
          </a:prstGeom>
        </p:spPr>
        <p:txBody>
          <a:bodyPr anchorCtr="0" anchor="t" bIns="0" lIns="0" spcFirstLastPara="1" rIns="0"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nding">
  <p:cSld name="CUSTOM_2_1_1_1_1_1_1_1">
    <p:bg>
      <p:bgPr>
        <a:solidFill>
          <a:schemeClr val="lt1"/>
        </a:solidFill>
      </p:bgPr>
    </p:bg>
    <p:spTree>
      <p:nvGrpSpPr>
        <p:cNvPr id="463" name="Shape 463"/>
        <p:cNvGrpSpPr/>
        <p:nvPr/>
      </p:nvGrpSpPr>
      <p:grpSpPr>
        <a:xfrm>
          <a:off x="0" y="0"/>
          <a:ext cx="0" cy="0"/>
          <a:chOff x="0" y="0"/>
          <a:chExt cx="0" cy="0"/>
        </a:xfrm>
      </p:grpSpPr>
      <p:sp>
        <p:nvSpPr>
          <p:cNvPr id="464" name="Google Shape;464;p53"/>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65" name="Google Shape;465;p53"/>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466" name="Google Shape;466;p53"/>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467" name="Google Shape;467;p53"/>
          <p:cNvSpPr txBox="1"/>
          <p:nvPr>
            <p:ph type="title"/>
          </p:nvPr>
        </p:nvSpPr>
        <p:spPr>
          <a:xfrm>
            <a:off x="73152" y="335300"/>
            <a:ext cx="44487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SzPts val="5400"/>
              <a:buNone/>
              <a:defRPr sz="5400"/>
            </a:lvl2pPr>
            <a:lvl3pPr lvl="2">
              <a:lnSpc>
                <a:spcPct val="65000"/>
              </a:lnSpc>
              <a:spcBef>
                <a:spcPts val="0"/>
              </a:spcBef>
              <a:spcAft>
                <a:spcPts val="0"/>
              </a:spcAft>
              <a:buSzPts val="5400"/>
              <a:buNone/>
              <a:defRPr sz="5400"/>
            </a:lvl3pPr>
            <a:lvl4pPr lvl="3">
              <a:lnSpc>
                <a:spcPct val="65000"/>
              </a:lnSpc>
              <a:spcBef>
                <a:spcPts val="0"/>
              </a:spcBef>
              <a:spcAft>
                <a:spcPts val="0"/>
              </a:spcAft>
              <a:buSzPts val="5400"/>
              <a:buNone/>
              <a:defRPr sz="5400"/>
            </a:lvl4pPr>
            <a:lvl5pPr lvl="4">
              <a:lnSpc>
                <a:spcPct val="65000"/>
              </a:lnSpc>
              <a:spcBef>
                <a:spcPts val="0"/>
              </a:spcBef>
              <a:spcAft>
                <a:spcPts val="0"/>
              </a:spcAft>
              <a:buSzPts val="5400"/>
              <a:buNone/>
              <a:defRPr sz="5400"/>
            </a:lvl5pPr>
            <a:lvl6pPr lvl="5">
              <a:lnSpc>
                <a:spcPct val="65000"/>
              </a:lnSpc>
              <a:spcBef>
                <a:spcPts val="0"/>
              </a:spcBef>
              <a:spcAft>
                <a:spcPts val="0"/>
              </a:spcAft>
              <a:buSzPts val="5400"/>
              <a:buNone/>
              <a:defRPr sz="5400"/>
            </a:lvl6pPr>
            <a:lvl7pPr lvl="6">
              <a:lnSpc>
                <a:spcPct val="65000"/>
              </a:lnSpc>
              <a:spcBef>
                <a:spcPts val="0"/>
              </a:spcBef>
              <a:spcAft>
                <a:spcPts val="0"/>
              </a:spcAft>
              <a:buSzPts val="5400"/>
              <a:buNone/>
              <a:defRPr sz="5400"/>
            </a:lvl7pPr>
            <a:lvl8pPr lvl="7">
              <a:lnSpc>
                <a:spcPct val="65000"/>
              </a:lnSpc>
              <a:spcBef>
                <a:spcPts val="0"/>
              </a:spcBef>
              <a:spcAft>
                <a:spcPts val="0"/>
              </a:spcAft>
              <a:buSzPts val="5400"/>
              <a:buNone/>
              <a:defRPr sz="5400"/>
            </a:lvl8pPr>
            <a:lvl9pPr lvl="8">
              <a:lnSpc>
                <a:spcPct val="65000"/>
              </a:lnSpc>
              <a:spcBef>
                <a:spcPts val="0"/>
              </a:spcBef>
              <a:spcAft>
                <a:spcPts val="0"/>
              </a:spcAft>
              <a:buSzPts val="5400"/>
              <a:buNone/>
              <a:defRPr sz="5400"/>
            </a:lvl9pPr>
          </a:lstStyle>
          <a:p/>
        </p:txBody>
      </p:sp>
      <p:sp>
        <p:nvSpPr>
          <p:cNvPr id="468" name="Google Shape;468;p53"/>
          <p:cNvSpPr txBox="1"/>
          <p:nvPr>
            <p:ph idx="3" type="subTitle"/>
          </p:nvPr>
        </p:nvSpPr>
        <p:spPr>
          <a:xfrm>
            <a:off x="5799441" y="1594150"/>
            <a:ext cx="2616000" cy="276000"/>
          </a:xfrm>
          <a:prstGeom prst="rect">
            <a:avLst/>
          </a:prstGeom>
        </p:spPr>
        <p:txBody>
          <a:bodyPr anchorCtr="0" anchor="t" bIns="0" lIns="0" spcFirstLastPara="1" rIns="0" wrap="square" tIns="0">
            <a:noAutofit/>
          </a:bodyPr>
          <a:lstStyle>
            <a:lvl1pPr lvl="0">
              <a:spcBef>
                <a:spcPts val="0"/>
              </a:spcBef>
              <a:spcAft>
                <a:spcPts val="0"/>
              </a:spcAft>
              <a:buSzPts val="1800"/>
              <a:buNone/>
              <a:defRPr b="1"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9" name="Google Shape;469;p53"/>
          <p:cNvSpPr txBox="1"/>
          <p:nvPr>
            <p:ph idx="4" type="body"/>
          </p:nvPr>
        </p:nvSpPr>
        <p:spPr>
          <a:xfrm>
            <a:off x="5799450" y="2143800"/>
            <a:ext cx="2992800" cy="1496700"/>
          </a:xfrm>
          <a:prstGeom prst="rect">
            <a:avLst/>
          </a:prstGeom>
        </p:spPr>
        <p:txBody>
          <a:bodyPr anchorCtr="0" anchor="t" bIns="0" lIns="0" spcFirstLastPara="1" rIns="0" wrap="square" tIns="0">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utlook">
  <p:cSld name="TITLE_2_1_1_1">
    <p:bg>
      <p:bgPr>
        <a:solidFill>
          <a:schemeClr val="dk1"/>
        </a:solidFill>
      </p:bgPr>
    </p:bg>
    <p:spTree>
      <p:nvGrpSpPr>
        <p:cNvPr id="470" name="Shape 470"/>
        <p:cNvGrpSpPr/>
        <p:nvPr/>
      </p:nvGrpSpPr>
      <p:grpSpPr>
        <a:xfrm>
          <a:off x="0" y="0"/>
          <a:ext cx="0" cy="0"/>
          <a:chOff x="0" y="0"/>
          <a:chExt cx="0" cy="0"/>
        </a:xfrm>
      </p:grpSpPr>
      <p:sp>
        <p:nvSpPr>
          <p:cNvPr id="471" name="Google Shape;471;p54"/>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900"/>
              <a:buNone/>
              <a:defRPr sz="900">
                <a:solidFill>
                  <a:schemeClr val="lt1"/>
                </a:solidFill>
              </a:defRPr>
            </a:lvl1pPr>
            <a:lvl2pPr lvl="1">
              <a:spcBef>
                <a:spcPts val="0"/>
              </a:spcBef>
              <a:spcAft>
                <a:spcPts val="0"/>
              </a:spcAft>
              <a:buClr>
                <a:schemeClr val="lt1"/>
              </a:buClr>
              <a:buSzPts val="900"/>
              <a:buFont typeface="Familjen Grotesk"/>
              <a:buNone/>
              <a:defRPr sz="900">
                <a:solidFill>
                  <a:schemeClr val="lt1"/>
                </a:solidFill>
              </a:defRPr>
            </a:lvl2pPr>
            <a:lvl3pPr lvl="2">
              <a:spcBef>
                <a:spcPts val="0"/>
              </a:spcBef>
              <a:spcAft>
                <a:spcPts val="0"/>
              </a:spcAft>
              <a:buClr>
                <a:schemeClr val="lt1"/>
              </a:buClr>
              <a:buSzPts val="900"/>
              <a:buFont typeface="Familjen Grotesk"/>
              <a:buNone/>
              <a:defRPr sz="900">
                <a:solidFill>
                  <a:schemeClr val="lt1"/>
                </a:solidFill>
              </a:defRPr>
            </a:lvl3pPr>
            <a:lvl4pPr lvl="3">
              <a:spcBef>
                <a:spcPts val="0"/>
              </a:spcBef>
              <a:spcAft>
                <a:spcPts val="0"/>
              </a:spcAft>
              <a:buClr>
                <a:schemeClr val="lt1"/>
              </a:buClr>
              <a:buSzPts val="900"/>
              <a:buFont typeface="Familjen Grotesk"/>
              <a:buNone/>
              <a:defRPr sz="900">
                <a:solidFill>
                  <a:schemeClr val="lt1"/>
                </a:solidFill>
              </a:defRPr>
            </a:lvl4pPr>
            <a:lvl5pPr lvl="4">
              <a:spcBef>
                <a:spcPts val="0"/>
              </a:spcBef>
              <a:spcAft>
                <a:spcPts val="0"/>
              </a:spcAft>
              <a:buClr>
                <a:schemeClr val="lt1"/>
              </a:buClr>
              <a:buSzPts val="900"/>
              <a:buFont typeface="Familjen Grotesk"/>
              <a:buNone/>
              <a:defRPr sz="900">
                <a:solidFill>
                  <a:schemeClr val="lt1"/>
                </a:solidFill>
              </a:defRPr>
            </a:lvl5pPr>
            <a:lvl6pPr lvl="5">
              <a:spcBef>
                <a:spcPts val="0"/>
              </a:spcBef>
              <a:spcAft>
                <a:spcPts val="0"/>
              </a:spcAft>
              <a:buClr>
                <a:schemeClr val="lt1"/>
              </a:buClr>
              <a:buSzPts val="900"/>
              <a:buFont typeface="Familjen Grotesk"/>
              <a:buNone/>
              <a:defRPr sz="900">
                <a:solidFill>
                  <a:schemeClr val="lt1"/>
                </a:solidFill>
              </a:defRPr>
            </a:lvl6pPr>
            <a:lvl7pPr lvl="6">
              <a:spcBef>
                <a:spcPts val="0"/>
              </a:spcBef>
              <a:spcAft>
                <a:spcPts val="0"/>
              </a:spcAft>
              <a:buClr>
                <a:schemeClr val="lt1"/>
              </a:buClr>
              <a:buSzPts val="900"/>
              <a:buFont typeface="Familjen Grotesk"/>
              <a:buNone/>
              <a:defRPr sz="900">
                <a:solidFill>
                  <a:schemeClr val="lt1"/>
                </a:solidFill>
              </a:defRPr>
            </a:lvl7pPr>
            <a:lvl8pPr lvl="7">
              <a:spcBef>
                <a:spcPts val="0"/>
              </a:spcBef>
              <a:spcAft>
                <a:spcPts val="0"/>
              </a:spcAft>
              <a:buClr>
                <a:schemeClr val="lt1"/>
              </a:buClr>
              <a:buSzPts val="900"/>
              <a:buFont typeface="Familjen Grotesk"/>
              <a:buNone/>
              <a:defRPr sz="900">
                <a:solidFill>
                  <a:schemeClr val="lt1"/>
                </a:solidFill>
              </a:defRPr>
            </a:lvl8pPr>
            <a:lvl9pPr lvl="8">
              <a:spcBef>
                <a:spcPts val="0"/>
              </a:spcBef>
              <a:spcAft>
                <a:spcPts val="0"/>
              </a:spcAft>
              <a:buClr>
                <a:schemeClr val="lt1"/>
              </a:buClr>
              <a:buSzPts val="900"/>
              <a:buFont typeface="Familjen Grotesk"/>
              <a:buNone/>
              <a:defRPr sz="900">
                <a:solidFill>
                  <a:schemeClr val="lt1"/>
                </a:solidFill>
              </a:defRPr>
            </a:lvl9pPr>
          </a:lstStyle>
          <a:p/>
        </p:txBody>
      </p:sp>
      <p:sp>
        <p:nvSpPr>
          <p:cNvPr id="472" name="Google Shape;472;p54"/>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Clr>
                <a:schemeClr val="lt1"/>
              </a:buClr>
              <a:buSzPts val="900"/>
              <a:buNone/>
              <a:defRPr sz="900">
                <a:solidFill>
                  <a:schemeClr val="lt1"/>
                </a:solidFill>
              </a:defRPr>
            </a:lvl1pPr>
            <a:lvl2pPr lvl="1" algn="r">
              <a:spcBef>
                <a:spcPts val="0"/>
              </a:spcBef>
              <a:spcAft>
                <a:spcPts val="0"/>
              </a:spcAft>
              <a:buClr>
                <a:schemeClr val="lt1"/>
              </a:buClr>
              <a:buSzPts val="900"/>
              <a:buFont typeface="Familjen Grotesk"/>
              <a:buNone/>
              <a:defRPr sz="900">
                <a:solidFill>
                  <a:schemeClr val="lt1"/>
                </a:solidFill>
              </a:defRPr>
            </a:lvl2pPr>
            <a:lvl3pPr lvl="2" algn="r">
              <a:spcBef>
                <a:spcPts val="0"/>
              </a:spcBef>
              <a:spcAft>
                <a:spcPts val="0"/>
              </a:spcAft>
              <a:buClr>
                <a:schemeClr val="lt1"/>
              </a:buClr>
              <a:buSzPts val="900"/>
              <a:buFont typeface="Familjen Grotesk"/>
              <a:buNone/>
              <a:defRPr sz="900">
                <a:solidFill>
                  <a:schemeClr val="lt1"/>
                </a:solidFill>
              </a:defRPr>
            </a:lvl3pPr>
            <a:lvl4pPr lvl="3" algn="r">
              <a:spcBef>
                <a:spcPts val="0"/>
              </a:spcBef>
              <a:spcAft>
                <a:spcPts val="0"/>
              </a:spcAft>
              <a:buClr>
                <a:schemeClr val="lt1"/>
              </a:buClr>
              <a:buSzPts val="900"/>
              <a:buFont typeface="Familjen Grotesk"/>
              <a:buNone/>
              <a:defRPr sz="900">
                <a:solidFill>
                  <a:schemeClr val="lt1"/>
                </a:solidFill>
              </a:defRPr>
            </a:lvl4pPr>
            <a:lvl5pPr lvl="4" algn="r">
              <a:spcBef>
                <a:spcPts val="0"/>
              </a:spcBef>
              <a:spcAft>
                <a:spcPts val="0"/>
              </a:spcAft>
              <a:buClr>
                <a:schemeClr val="lt1"/>
              </a:buClr>
              <a:buSzPts val="900"/>
              <a:buFont typeface="Familjen Grotesk"/>
              <a:buNone/>
              <a:defRPr sz="900">
                <a:solidFill>
                  <a:schemeClr val="lt1"/>
                </a:solidFill>
              </a:defRPr>
            </a:lvl5pPr>
            <a:lvl6pPr lvl="5" algn="r">
              <a:spcBef>
                <a:spcPts val="0"/>
              </a:spcBef>
              <a:spcAft>
                <a:spcPts val="0"/>
              </a:spcAft>
              <a:buClr>
                <a:schemeClr val="lt1"/>
              </a:buClr>
              <a:buSzPts val="900"/>
              <a:buFont typeface="Familjen Grotesk"/>
              <a:buNone/>
              <a:defRPr sz="900">
                <a:solidFill>
                  <a:schemeClr val="lt1"/>
                </a:solidFill>
              </a:defRPr>
            </a:lvl6pPr>
            <a:lvl7pPr lvl="6" algn="r">
              <a:spcBef>
                <a:spcPts val="0"/>
              </a:spcBef>
              <a:spcAft>
                <a:spcPts val="0"/>
              </a:spcAft>
              <a:buClr>
                <a:schemeClr val="lt1"/>
              </a:buClr>
              <a:buSzPts val="900"/>
              <a:buFont typeface="Familjen Grotesk"/>
              <a:buNone/>
              <a:defRPr sz="900">
                <a:solidFill>
                  <a:schemeClr val="lt1"/>
                </a:solidFill>
              </a:defRPr>
            </a:lvl7pPr>
            <a:lvl8pPr lvl="7" algn="r">
              <a:spcBef>
                <a:spcPts val="0"/>
              </a:spcBef>
              <a:spcAft>
                <a:spcPts val="0"/>
              </a:spcAft>
              <a:buClr>
                <a:schemeClr val="lt1"/>
              </a:buClr>
              <a:buSzPts val="900"/>
              <a:buFont typeface="Familjen Grotesk"/>
              <a:buNone/>
              <a:defRPr sz="900">
                <a:solidFill>
                  <a:schemeClr val="lt1"/>
                </a:solidFill>
              </a:defRPr>
            </a:lvl8pPr>
            <a:lvl9pPr lvl="8" algn="r">
              <a:spcBef>
                <a:spcPts val="0"/>
              </a:spcBef>
              <a:spcAft>
                <a:spcPts val="0"/>
              </a:spcAft>
              <a:buClr>
                <a:schemeClr val="lt1"/>
              </a:buClr>
              <a:buSzPts val="900"/>
              <a:buFont typeface="Familjen Grotesk"/>
              <a:buNone/>
              <a:defRPr sz="900">
                <a:solidFill>
                  <a:schemeClr val="lt1"/>
                </a:solidFill>
              </a:defRPr>
            </a:lvl9pPr>
          </a:lstStyle>
          <a:p/>
        </p:txBody>
      </p:sp>
      <p:sp>
        <p:nvSpPr>
          <p:cNvPr id="473" name="Google Shape;473;p54"/>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474" name="Google Shape;474;p54"/>
          <p:cNvSpPr txBox="1"/>
          <p:nvPr>
            <p:ph type="title"/>
          </p:nvPr>
        </p:nvSpPr>
        <p:spPr>
          <a:xfrm>
            <a:off x="73152" y="340625"/>
            <a:ext cx="89538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lt1"/>
              </a:buClr>
              <a:buSzPts val="5600"/>
              <a:buNone/>
              <a:defRPr sz="5600">
                <a:solidFill>
                  <a:schemeClr val="lt1"/>
                </a:solidFill>
              </a:defRPr>
            </a:lvl1pPr>
            <a:lvl2pPr lvl="1">
              <a:lnSpc>
                <a:spcPct val="65000"/>
              </a:lnSpc>
              <a:spcBef>
                <a:spcPts val="0"/>
              </a:spcBef>
              <a:spcAft>
                <a:spcPts val="0"/>
              </a:spcAft>
              <a:buClr>
                <a:schemeClr val="lt1"/>
              </a:buClr>
              <a:buSzPts val="5400"/>
              <a:buNone/>
              <a:defRPr sz="5400">
                <a:solidFill>
                  <a:schemeClr val="lt1"/>
                </a:solidFill>
              </a:defRPr>
            </a:lvl2pPr>
            <a:lvl3pPr lvl="2">
              <a:lnSpc>
                <a:spcPct val="65000"/>
              </a:lnSpc>
              <a:spcBef>
                <a:spcPts val="0"/>
              </a:spcBef>
              <a:spcAft>
                <a:spcPts val="0"/>
              </a:spcAft>
              <a:buClr>
                <a:schemeClr val="lt1"/>
              </a:buClr>
              <a:buSzPts val="5400"/>
              <a:buNone/>
              <a:defRPr sz="5400">
                <a:solidFill>
                  <a:schemeClr val="lt1"/>
                </a:solidFill>
              </a:defRPr>
            </a:lvl3pPr>
            <a:lvl4pPr lvl="3">
              <a:lnSpc>
                <a:spcPct val="65000"/>
              </a:lnSpc>
              <a:spcBef>
                <a:spcPts val="0"/>
              </a:spcBef>
              <a:spcAft>
                <a:spcPts val="0"/>
              </a:spcAft>
              <a:buClr>
                <a:schemeClr val="lt1"/>
              </a:buClr>
              <a:buSzPts val="5400"/>
              <a:buNone/>
              <a:defRPr sz="5400">
                <a:solidFill>
                  <a:schemeClr val="lt1"/>
                </a:solidFill>
              </a:defRPr>
            </a:lvl4pPr>
            <a:lvl5pPr lvl="4">
              <a:lnSpc>
                <a:spcPct val="65000"/>
              </a:lnSpc>
              <a:spcBef>
                <a:spcPts val="0"/>
              </a:spcBef>
              <a:spcAft>
                <a:spcPts val="0"/>
              </a:spcAft>
              <a:buClr>
                <a:schemeClr val="lt1"/>
              </a:buClr>
              <a:buSzPts val="5400"/>
              <a:buNone/>
              <a:defRPr sz="5400">
                <a:solidFill>
                  <a:schemeClr val="lt1"/>
                </a:solidFill>
              </a:defRPr>
            </a:lvl5pPr>
            <a:lvl6pPr lvl="5">
              <a:lnSpc>
                <a:spcPct val="65000"/>
              </a:lnSpc>
              <a:spcBef>
                <a:spcPts val="0"/>
              </a:spcBef>
              <a:spcAft>
                <a:spcPts val="0"/>
              </a:spcAft>
              <a:buClr>
                <a:schemeClr val="lt1"/>
              </a:buClr>
              <a:buSzPts val="5400"/>
              <a:buNone/>
              <a:defRPr sz="5400">
                <a:solidFill>
                  <a:schemeClr val="lt1"/>
                </a:solidFill>
              </a:defRPr>
            </a:lvl6pPr>
            <a:lvl7pPr lvl="6">
              <a:lnSpc>
                <a:spcPct val="65000"/>
              </a:lnSpc>
              <a:spcBef>
                <a:spcPts val="0"/>
              </a:spcBef>
              <a:spcAft>
                <a:spcPts val="0"/>
              </a:spcAft>
              <a:buClr>
                <a:schemeClr val="lt1"/>
              </a:buClr>
              <a:buSzPts val="5400"/>
              <a:buNone/>
              <a:defRPr sz="5400">
                <a:solidFill>
                  <a:schemeClr val="lt1"/>
                </a:solidFill>
              </a:defRPr>
            </a:lvl7pPr>
            <a:lvl8pPr lvl="7">
              <a:lnSpc>
                <a:spcPct val="65000"/>
              </a:lnSpc>
              <a:spcBef>
                <a:spcPts val="0"/>
              </a:spcBef>
              <a:spcAft>
                <a:spcPts val="0"/>
              </a:spcAft>
              <a:buClr>
                <a:schemeClr val="lt1"/>
              </a:buClr>
              <a:buSzPts val="5400"/>
              <a:buNone/>
              <a:defRPr sz="5400">
                <a:solidFill>
                  <a:schemeClr val="lt1"/>
                </a:solidFill>
              </a:defRPr>
            </a:lvl8pPr>
            <a:lvl9pPr lvl="8">
              <a:lnSpc>
                <a:spcPct val="65000"/>
              </a:lnSpc>
              <a:spcBef>
                <a:spcPts val="0"/>
              </a:spcBef>
              <a:spcAft>
                <a:spcPts val="0"/>
              </a:spcAft>
              <a:buClr>
                <a:schemeClr val="lt1"/>
              </a:buClr>
              <a:buSzPts val="5400"/>
              <a:buNone/>
              <a:defRPr sz="5400">
                <a:solidFill>
                  <a:schemeClr val="lt1"/>
                </a:solidFill>
              </a:defRPr>
            </a:lvl9pPr>
          </a:lstStyle>
          <a:p/>
        </p:txBody>
      </p:sp>
      <p:sp>
        <p:nvSpPr>
          <p:cNvPr id="475" name="Google Shape;475;p54"/>
          <p:cNvSpPr txBox="1"/>
          <p:nvPr>
            <p:ph idx="3" type="body"/>
          </p:nvPr>
        </p:nvSpPr>
        <p:spPr>
          <a:xfrm>
            <a:off x="1776150" y="1206375"/>
            <a:ext cx="4078500" cy="2514600"/>
          </a:xfrm>
          <a:prstGeom prst="rect">
            <a:avLst/>
          </a:prstGeom>
        </p:spPr>
        <p:txBody>
          <a:bodyPr anchorCtr="0" anchor="t" bIns="0" lIns="0" spcFirstLastPara="1" rIns="0" wrap="square" tIns="91425">
            <a:noAutofit/>
          </a:bodyPr>
          <a:lstStyle>
            <a:lvl1pPr indent="-317500" lvl="0" marL="457200">
              <a:spcBef>
                <a:spcPts val="0"/>
              </a:spcBef>
              <a:spcAft>
                <a:spcPts val="0"/>
              </a:spcAft>
              <a:buClr>
                <a:schemeClr val="lt1"/>
              </a:buClr>
              <a:buSzPts val="1400"/>
              <a:buChar char="●"/>
              <a:defRPr sz="1400">
                <a:solidFill>
                  <a:schemeClr val="lt1"/>
                </a:solidFill>
              </a:defRPr>
            </a:lvl1pPr>
            <a:lvl2pPr indent="-317500" lvl="1" marL="914400">
              <a:spcBef>
                <a:spcPts val="0"/>
              </a:spcBef>
              <a:spcAft>
                <a:spcPts val="0"/>
              </a:spcAft>
              <a:buClr>
                <a:schemeClr val="lt1"/>
              </a:buClr>
              <a:buSzPts val="1400"/>
              <a:buChar char="○"/>
              <a:defRPr sz="1400">
                <a:solidFill>
                  <a:schemeClr val="lt1"/>
                </a:solidFill>
              </a:defRPr>
            </a:lvl2pPr>
            <a:lvl3pPr indent="-317500" lvl="2" marL="1371600">
              <a:spcBef>
                <a:spcPts val="0"/>
              </a:spcBef>
              <a:spcAft>
                <a:spcPts val="0"/>
              </a:spcAft>
              <a:buClr>
                <a:schemeClr val="lt1"/>
              </a:buClr>
              <a:buSzPts val="1400"/>
              <a:buChar char="■"/>
              <a:defRPr sz="1400">
                <a:solidFill>
                  <a:schemeClr val="lt1"/>
                </a:solidFill>
              </a:defRPr>
            </a:lvl3pPr>
            <a:lvl4pPr indent="-317500" lvl="3" marL="1828800">
              <a:spcBef>
                <a:spcPts val="0"/>
              </a:spcBef>
              <a:spcAft>
                <a:spcPts val="0"/>
              </a:spcAft>
              <a:buClr>
                <a:schemeClr val="lt1"/>
              </a:buClr>
              <a:buSzPts val="1400"/>
              <a:buChar char="●"/>
              <a:defRPr sz="1400">
                <a:solidFill>
                  <a:schemeClr val="lt1"/>
                </a:solidFill>
              </a:defRPr>
            </a:lvl4pPr>
            <a:lvl5pPr indent="-317500" lvl="4" marL="2286000">
              <a:spcBef>
                <a:spcPts val="0"/>
              </a:spcBef>
              <a:spcAft>
                <a:spcPts val="0"/>
              </a:spcAft>
              <a:buClr>
                <a:schemeClr val="lt1"/>
              </a:buClr>
              <a:buSzPts val="1400"/>
              <a:buChar char="○"/>
              <a:defRPr sz="1400">
                <a:solidFill>
                  <a:schemeClr val="lt1"/>
                </a:solidFill>
              </a:defRPr>
            </a:lvl5pPr>
            <a:lvl6pPr indent="-317500" lvl="5" marL="2743200">
              <a:spcBef>
                <a:spcPts val="0"/>
              </a:spcBef>
              <a:spcAft>
                <a:spcPts val="0"/>
              </a:spcAft>
              <a:buClr>
                <a:schemeClr val="lt1"/>
              </a:buClr>
              <a:buSzPts val="1400"/>
              <a:buChar char="■"/>
              <a:defRPr sz="1400">
                <a:solidFill>
                  <a:schemeClr val="lt1"/>
                </a:solidFill>
              </a:defRPr>
            </a:lvl6pPr>
            <a:lvl7pPr indent="-317500" lvl="6" marL="3200400">
              <a:spcBef>
                <a:spcPts val="0"/>
              </a:spcBef>
              <a:spcAft>
                <a:spcPts val="0"/>
              </a:spcAft>
              <a:buClr>
                <a:schemeClr val="lt1"/>
              </a:buClr>
              <a:buSzPts val="1400"/>
              <a:buChar char="●"/>
              <a:defRPr sz="1400">
                <a:solidFill>
                  <a:schemeClr val="lt1"/>
                </a:solidFill>
              </a:defRPr>
            </a:lvl7pPr>
            <a:lvl8pPr indent="-317500" lvl="7" marL="3657600">
              <a:spcBef>
                <a:spcPts val="0"/>
              </a:spcBef>
              <a:spcAft>
                <a:spcPts val="0"/>
              </a:spcAft>
              <a:buClr>
                <a:schemeClr val="lt1"/>
              </a:buClr>
              <a:buSzPts val="1400"/>
              <a:buChar char="○"/>
              <a:defRPr sz="1400">
                <a:solidFill>
                  <a:schemeClr val="lt1"/>
                </a:solidFill>
              </a:defRPr>
            </a:lvl8pPr>
            <a:lvl9pPr indent="-317500" lvl="8" marL="4114800">
              <a:spcBef>
                <a:spcPts val="0"/>
              </a:spcBef>
              <a:spcAft>
                <a:spcPts val="0"/>
              </a:spcAft>
              <a:buClr>
                <a:schemeClr val="lt1"/>
              </a:buClr>
              <a:buSzPts val="1400"/>
              <a:buChar char="■"/>
              <a:defRPr sz="1400">
                <a:solidFill>
                  <a:schemeClr val="lt1"/>
                </a:solidFill>
              </a:defRPr>
            </a:lvl9pPr>
          </a:lstStyle>
          <a:p/>
        </p:txBody>
      </p:sp>
      <p:sp>
        <p:nvSpPr>
          <p:cNvPr id="476" name="Google Shape;476;p54"/>
          <p:cNvSpPr/>
          <p:nvPr>
            <p:ph idx="4" type="pic"/>
          </p:nvPr>
        </p:nvSpPr>
        <p:spPr>
          <a:xfrm>
            <a:off x="3801625" y="3595950"/>
            <a:ext cx="5342400" cy="15477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4 Column ">
  <p:cSld name="TITLE_2_1_1_1_1">
    <p:spTree>
      <p:nvGrpSpPr>
        <p:cNvPr id="477" name="Shape 477"/>
        <p:cNvGrpSpPr/>
        <p:nvPr/>
      </p:nvGrpSpPr>
      <p:grpSpPr>
        <a:xfrm>
          <a:off x="0" y="0"/>
          <a:ext cx="0" cy="0"/>
          <a:chOff x="0" y="0"/>
          <a:chExt cx="0" cy="0"/>
        </a:xfrm>
      </p:grpSpPr>
      <p:sp>
        <p:nvSpPr>
          <p:cNvPr id="478" name="Google Shape;478;p55"/>
          <p:cNvSpPr/>
          <p:nvPr/>
        </p:nvSpPr>
        <p:spPr>
          <a:xfrm>
            <a:off x="6860750" y="1226475"/>
            <a:ext cx="2289600" cy="3917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479" name="Google Shape;479;p55"/>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480" name="Google Shape;480;p55"/>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481" name="Google Shape;481;p55"/>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482" name="Google Shape;482;p55"/>
          <p:cNvSpPr txBox="1"/>
          <p:nvPr>
            <p:ph type="title"/>
          </p:nvPr>
        </p:nvSpPr>
        <p:spPr>
          <a:xfrm>
            <a:off x="73152" y="340625"/>
            <a:ext cx="89538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SzPts val="5600"/>
              <a:buNone/>
              <a:defRPr sz="5600"/>
            </a:lvl1pPr>
            <a:lvl2pPr lvl="1">
              <a:lnSpc>
                <a:spcPct val="65000"/>
              </a:lnSpc>
              <a:spcBef>
                <a:spcPts val="0"/>
              </a:spcBef>
              <a:spcAft>
                <a:spcPts val="0"/>
              </a:spcAft>
              <a:buSzPts val="5400"/>
              <a:buNone/>
              <a:defRPr sz="5400"/>
            </a:lvl2pPr>
            <a:lvl3pPr lvl="2">
              <a:lnSpc>
                <a:spcPct val="65000"/>
              </a:lnSpc>
              <a:spcBef>
                <a:spcPts val="0"/>
              </a:spcBef>
              <a:spcAft>
                <a:spcPts val="0"/>
              </a:spcAft>
              <a:buSzPts val="5400"/>
              <a:buNone/>
              <a:defRPr sz="5400"/>
            </a:lvl3pPr>
            <a:lvl4pPr lvl="3">
              <a:lnSpc>
                <a:spcPct val="65000"/>
              </a:lnSpc>
              <a:spcBef>
                <a:spcPts val="0"/>
              </a:spcBef>
              <a:spcAft>
                <a:spcPts val="0"/>
              </a:spcAft>
              <a:buSzPts val="5400"/>
              <a:buNone/>
              <a:defRPr sz="5400"/>
            </a:lvl4pPr>
            <a:lvl5pPr lvl="4">
              <a:lnSpc>
                <a:spcPct val="65000"/>
              </a:lnSpc>
              <a:spcBef>
                <a:spcPts val="0"/>
              </a:spcBef>
              <a:spcAft>
                <a:spcPts val="0"/>
              </a:spcAft>
              <a:buSzPts val="5400"/>
              <a:buNone/>
              <a:defRPr sz="5400"/>
            </a:lvl5pPr>
            <a:lvl6pPr lvl="5">
              <a:lnSpc>
                <a:spcPct val="65000"/>
              </a:lnSpc>
              <a:spcBef>
                <a:spcPts val="0"/>
              </a:spcBef>
              <a:spcAft>
                <a:spcPts val="0"/>
              </a:spcAft>
              <a:buSzPts val="5400"/>
              <a:buNone/>
              <a:defRPr sz="5400"/>
            </a:lvl6pPr>
            <a:lvl7pPr lvl="6">
              <a:lnSpc>
                <a:spcPct val="65000"/>
              </a:lnSpc>
              <a:spcBef>
                <a:spcPts val="0"/>
              </a:spcBef>
              <a:spcAft>
                <a:spcPts val="0"/>
              </a:spcAft>
              <a:buSzPts val="5400"/>
              <a:buNone/>
              <a:defRPr sz="5400"/>
            </a:lvl7pPr>
            <a:lvl8pPr lvl="7">
              <a:lnSpc>
                <a:spcPct val="65000"/>
              </a:lnSpc>
              <a:spcBef>
                <a:spcPts val="0"/>
              </a:spcBef>
              <a:spcAft>
                <a:spcPts val="0"/>
              </a:spcAft>
              <a:buSzPts val="5400"/>
              <a:buNone/>
              <a:defRPr sz="5400"/>
            </a:lvl8pPr>
            <a:lvl9pPr lvl="8">
              <a:lnSpc>
                <a:spcPct val="65000"/>
              </a:lnSpc>
              <a:spcBef>
                <a:spcPts val="0"/>
              </a:spcBef>
              <a:spcAft>
                <a:spcPts val="0"/>
              </a:spcAft>
              <a:buSzPts val="5400"/>
              <a:buNone/>
              <a:defRPr sz="5400"/>
            </a:lvl9pPr>
          </a:lstStyle>
          <a:p/>
        </p:txBody>
      </p:sp>
      <p:sp>
        <p:nvSpPr>
          <p:cNvPr id="483" name="Google Shape;483;p55"/>
          <p:cNvSpPr/>
          <p:nvPr/>
        </p:nvSpPr>
        <p:spPr>
          <a:xfrm>
            <a:off x="0" y="1226475"/>
            <a:ext cx="2289600" cy="3917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484" name="Google Shape;484;p55"/>
          <p:cNvSpPr/>
          <p:nvPr/>
        </p:nvSpPr>
        <p:spPr>
          <a:xfrm>
            <a:off x="2289600" y="1226475"/>
            <a:ext cx="2289600" cy="391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485" name="Google Shape;485;p55"/>
          <p:cNvSpPr/>
          <p:nvPr/>
        </p:nvSpPr>
        <p:spPr>
          <a:xfrm>
            <a:off x="4579200" y="1226475"/>
            <a:ext cx="2289600" cy="391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486" name="Google Shape;486;p55"/>
          <p:cNvSpPr txBox="1"/>
          <p:nvPr>
            <p:ph idx="3" type="subTitle"/>
          </p:nvPr>
        </p:nvSpPr>
        <p:spPr>
          <a:xfrm>
            <a:off x="205725" y="2736600"/>
            <a:ext cx="18273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87" name="Google Shape;487;p55"/>
          <p:cNvSpPr txBox="1"/>
          <p:nvPr>
            <p:ph idx="4" type="body"/>
          </p:nvPr>
        </p:nvSpPr>
        <p:spPr>
          <a:xfrm>
            <a:off x="205700" y="3291860"/>
            <a:ext cx="1827300" cy="15822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488" name="Google Shape;488;p55"/>
          <p:cNvSpPr txBox="1"/>
          <p:nvPr>
            <p:ph idx="5" type="subTitle"/>
          </p:nvPr>
        </p:nvSpPr>
        <p:spPr>
          <a:xfrm>
            <a:off x="2509242" y="2736625"/>
            <a:ext cx="18273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89" name="Google Shape;489;p55"/>
          <p:cNvSpPr txBox="1"/>
          <p:nvPr>
            <p:ph idx="6" type="body"/>
          </p:nvPr>
        </p:nvSpPr>
        <p:spPr>
          <a:xfrm>
            <a:off x="2509217" y="3291885"/>
            <a:ext cx="1827300" cy="15822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490" name="Google Shape;490;p55"/>
          <p:cNvSpPr txBox="1"/>
          <p:nvPr>
            <p:ph idx="7" type="subTitle"/>
          </p:nvPr>
        </p:nvSpPr>
        <p:spPr>
          <a:xfrm>
            <a:off x="4813008" y="2736625"/>
            <a:ext cx="18273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91" name="Google Shape;491;p55"/>
          <p:cNvSpPr txBox="1"/>
          <p:nvPr>
            <p:ph idx="8" type="body"/>
          </p:nvPr>
        </p:nvSpPr>
        <p:spPr>
          <a:xfrm>
            <a:off x="4812983" y="3291885"/>
            <a:ext cx="1827300" cy="15822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492" name="Google Shape;492;p55"/>
          <p:cNvSpPr txBox="1"/>
          <p:nvPr>
            <p:ph idx="9" type="subTitle"/>
          </p:nvPr>
        </p:nvSpPr>
        <p:spPr>
          <a:xfrm>
            <a:off x="7091930" y="2736625"/>
            <a:ext cx="18273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493" name="Google Shape;493;p55"/>
          <p:cNvSpPr txBox="1"/>
          <p:nvPr>
            <p:ph idx="13" type="body"/>
          </p:nvPr>
        </p:nvSpPr>
        <p:spPr>
          <a:xfrm>
            <a:off x="7091905" y="3291885"/>
            <a:ext cx="1827300" cy="15822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494" name="Google Shape;494;p55"/>
          <p:cNvSpPr/>
          <p:nvPr>
            <p:ph idx="14" type="pic"/>
          </p:nvPr>
        </p:nvSpPr>
        <p:spPr>
          <a:xfrm>
            <a:off x="183850" y="1481700"/>
            <a:ext cx="994200" cy="994200"/>
          </a:xfrm>
          <a:prstGeom prst="rect">
            <a:avLst/>
          </a:prstGeom>
          <a:noFill/>
          <a:ln>
            <a:noFill/>
          </a:ln>
        </p:spPr>
      </p:sp>
      <p:sp>
        <p:nvSpPr>
          <p:cNvPr id="495" name="Google Shape;495;p55"/>
          <p:cNvSpPr/>
          <p:nvPr>
            <p:ph idx="15" type="pic"/>
          </p:nvPr>
        </p:nvSpPr>
        <p:spPr>
          <a:xfrm>
            <a:off x="2509225" y="1481700"/>
            <a:ext cx="994200" cy="994200"/>
          </a:xfrm>
          <a:prstGeom prst="rect">
            <a:avLst/>
          </a:prstGeom>
          <a:noFill/>
          <a:ln>
            <a:noFill/>
          </a:ln>
        </p:spPr>
      </p:sp>
      <p:sp>
        <p:nvSpPr>
          <p:cNvPr id="496" name="Google Shape;496;p55"/>
          <p:cNvSpPr/>
          <p:nvPr>
            <p:ph idx="16" type="pic"/>
          </p:nvPr>
        </p:nvSpPr>
        <p:spPr>
          <a:xfrm>
            <a:off x="4812975" y="1481700"/>
            <a:ext cx="994200" cy="994200"/>
          </a:xfrm>
          <a:prstGeom prst="rect">
            <a:avLst/>
          </a:prstGeom>
          <a:noFill/>
          <a:ln>
            <a:noFill/>
          </a:ln>
        </p:spPr>
      </p:sp>
      <p:sp>
        <p:nvSpPr>
          <p:cNvPr id="497" name="Google Shape;497;p55"/>
          <p:cNvSpPr/>
          <p:nvPr>
            <p:ph idx="17" type="pic"/>
          </p:nvPr>
        </p:nvSpPr>
        <p:spPr>
          <a:xfrm>
            <a:off x="7091900" y="1481700"/>
            <a:ext cx="994200" cy="994200"/>
          </a:xfrm>
          <a:prstGeom prst="rect">
            <a:avLst/>
          </a:prstGeom>
          <a:noFill/>
          <a:ln>
            <a:noFill/>
          </a:ln>
        </p:spPr>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5 Column">
  <p:cSld name="TITLE_2_1_1_1_1_2">
    <p:spTree>
      <p:nvGrpSpPr>
        <p:cNvPr id="498" name="Shape 498"/>
        <p:cNvGrpSpPr/>
        <p:nvPr/>
      </p:nvGrpSpPr>
      <p:grpSpPr>
        <a:xfrm>
          <a:off x="0" y="0"/>
          <a:ext cx="0" cy="0"/>
          <a:chOff x="0" y="0"/>
          <a:chExt cx="0" cy="0"/>
        </a:xfrm>
      </p:grpSpPr>
      <p:sp>
        <p:nvSpPr>
          <p:cNvPr id="499" name="Google Shape;499;p56"/>
          <p:cNvSpPr/>
          <p:nvPr/>
        </p:nvSpPr>
        <p:spPr>
          <a:xfrm>
            <a:off x="0" y="1226475"/>
            <a:ext cx="1828800" cy="3917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00" name="Google Shape;500;p56"/>
          <p:cNvSpPr/>
          <p:nvPr/>
        </p:nvSpPr>
        <p:spPr>
          <a:xfrm>
            <a:off x="1828799" y="1226475"/>
            <a:ext cx="1828800" cy="391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01" name="Google Shape;501;p56"/>
          <p:cNvSpPr/>
          <p:nvPr/>
        </p:nvSpPr>
        <p:spPr>
          <a:xfrm>
            <a:off x="3657599" y="1226475"/>
            <a:ext cx="1828800" cy="391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02" name="Google Shape;502;p56"/>
          <p:cNvSpPr/>
          <p:nvPr/>
        </p:nvSpPr>
        <p:spPr>
          <a:xfrm>
            <a:off x="5486408" y="1226475"/>
            <a:ext cx="1828800" cy="3917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03" name="Google Shape;503;p56"/>
          <p:cNvSpPr/>
          <p:nvPr/>
        </p:nvSpPr>
        <p:spPr>
          <a:xfrm>
            <a:off x="7315192" y="1226475"/>
            <a:ext cx="1828800" cy="391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04" name="Google Shape;504;p56"/>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505" name="Google Shape;505;p56"/>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506" name="Google Shape;506;p56"/>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507" name="Google Shape;507;p56"/>
          <p:cNvSpPr txBox="1"/>
          <p:nvPr>
            <p:ph type="title"/>
          </p:nvPr>
        </p:nvSpPr>
        <p:spPr>
          <a:xfrm>
            <a:off x="73152" y="340625"/>
            <a:ext cx="89538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SzPts val="5600"/>
              <a:buNone/>
              <a:defRPr sz="5600"/>
            </a:lvl1pPr>
            <a:lvl2pPr lvl="1">
              <a:lnSpc>
                <a:spcPct val="65000"/>
              </a:lnSpc>
              <a:spcBef>
                <a:spcPts val="0"/>
              </a:spcBef>
              <a:spcAft>
                <a:spcPts val="0"/>
              </a:spcAft>
              <a:buSzPts val="5400"/>
              <a:buNone/>
              <a:defRPr sz="5400"/>
            </a:lvl2pPr>
            <a:lvl3pPr lvl="2">
              <a:lnSpc>
                <a:spcPct val="65000"/>
              </a:lnSpc>
              <a:spcBef>
                <a:spcPts val="0"/>
              </a:spcBef>
              <a:spcAft>
                <a:spcPts val="0"/>
              </a:spcAft>
              <a:buSzPts val="5400"/>
              <a:buNone/>
              <a:defRPr sz="5400"/>
            </a:lvl3pPr>
            <a:lvl4pPr lvl="3">
              <a:lnSpc>
                <a:spcPct val="65000"/>
              </a:lnSpc>
              <a:spcBef>
                <a:spcPts val="0"/>
              </a:spcBef>
              <a:spcAft>
                <a:spcPts val="0"/>
              </a:spcAft>
              <a:buSzPts val="5400"/>
              <a:buNone/>
              <a:defRPr sz="5400"/>
            </a:lvl4pPr>
            <a:lvl5pPr lvl="4">
              <a:lnSpc>
                <a:spcPct val="65000"/>
              </a:lnSpc>
              <a:spcBef>
                <a:spcPts val="0"/>
              </a:spcBef>
              <a:spcAft>
                <a:spcPts val="0"/>
              </a:spcAft>
              <a:buSzPts val="5400"/>
              <a:buNone/>
              <a:defRPr sz="5400"/>
            </a:lvl5pPr>
            <a:lvl6pPr lvl="5">
              <a:lnSpc>
                <a:spcPct val="65000"/>
              </a:lnSpc>
              <a:spcBef>
                <a:spcPts val="0"/>
              </a:spcBef>
              <a:spcAft>
                <a:spcPts val="0"/>
              </a:spcAft>
              <a:buSzPts val="5400"/>
              <a:buNone/>
              <a:defRPr sz="5400"/>
            </a:lvl6pPr>
            <a:lvl7pPr lvl="6">
              <a:lnSpc>
                <a:spcPct val="65000"/>
              </a:lnSpc>
              <a:spcBef>
                <a:spcPts val="0"/>
              </a:spcBef>
              <a:spcAft>
                <a:spcPts val="0"/>
              </a:spcAft>
              <a:buSzPts val="5400"/>
              <a:buNone/>
              <a:defRPr sz="5400"/>
            </a:lvl7pPr>
            <a:lvl8pPr lvl="7">
              <a:lnSpc>
                <a:spcPct val="65000"/>
              </a:lnSpc>
              <a:spcBef>
                <a:spcPts val="0"/>
              </a:spcBef>
              <a:spcAft>
                <a:spcPts val="0"/>
              </a:spcAft>
              <a:buSzPts val="5400"/>
              <a:buNone/>
              <a:defRPr sz="5400"/>
            </a:lvl8pPr>
            <a:lvl9pPr lvl="8">
              <a:lnSpc>
                <a:spcPct val="65000"/>
              </a:lnSpc>
              <a:spcBef>
                <a:spcPts val="0"/>
              </a:spcBef>
              <a:spcAft>
                <a:spcPts val="0"/>
              </a:spcAft>
              <a:buSzPts val="5400"/>
              <a:buNone/>
              <a:defRPr sz="5400"/>
            </a:lvl9pPr>
          </a:lstStyle>
          <a:p/>
        </p:txBody>
      </p:sp>
      <p:sp>
        <p:nvSpPr>
          <p:cNvPr id="508" name="Google Shape;508;p56"/>
          <p:cNvSpPr txBox="1"/>
          <p:nvPr>
            <p:ph idx="3" type="subTitle"/>
          </p:nvPr>
        </p:nvSpPr>
        <p:spPr>
          <a:xfrm>
            <a:off x="205720" y="2508000"/>
            <a:ext cx="14262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09" name="Google Shape;509;p56"/>
          <p:cNvSpPr txBox="1"/>
          <p:nvPr>
            <p:ph idx="4" type="body"/>
          </p:nvPr>
        </p:nvSpPr>
        <p:spPr>
          <a:xfrm>
            <a:off x="205700" y="3063257"/>
            <a:ext cx="1426200" cy="15822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10" name="Google Shape;510;p56"/>
          <p:cNvSpPr/>
          <p:nvPr>
            <p:ph idx="5" type="pic"/>
          </p:nvPr>
        </p:nvSpPr>
        <p:spPr>
          <a:xfrm>
            <a:off x="183850" y="1481700"/>
            <a:ext cx="994200" cy="994200"/>
          </a:xfrm>
          <a:prstGeom prst="rect">
            <a:avLst/>
          </a:prstGeom>
          <a:noFill/>
          <a:ln>
            <a:noFill/>
          </a:ln>
        </p:spPr>
      </p:sp>
      <p:sp>
        <p:nvSpPr>
          <p:cNvPr id="511" name="Google Shape;511;p56"/>
          <p:cNvSpPr/>
          <p:nvPr>
            <p:ph idx="6" type="pic"/>
          </p:nvPr>
        </p:nvSpPr>
        <p:spPr>
          <a:xfrm>
            <a:off x="2023222" y="1481700"/>
            <a:ext cx="994200" cy="994200"/>
          </a:xfrm>
          <a:prstGeom prst="rect">
            <a:avLst/>
          </a:prstGeom>
          <a:noFill/>
          <a:ln>
            <a:noFill/>
          </a:ln>
        </p:spPr>
      </p:sp>
      <p:sp>
        <p:nvSpPr>
          <p:cNvPr id="512" name="Google Shape;512;p56"/>
          <p:cNvSpPr/>
          <p:nvPr>
            <p:ph idx="7" type="pic"/>
          </p:nvPr>
        </p:nvSpPr>
        <p:spPr>
          <a:xfrm>
            <a:off x="3852019" y="1481700"/>
            <a:ext cx="994200" cy="994200"/>
          </a:xfrm>
          <a:prstGeom prst="rect">
            <a:avLst/>
          </a:prstGeom>
          <a:noFill/>
          <a:ln>
            <a:noFill/>
          </a:ln>
        </p:spPr>
      </p:sp>
      <p:sp>
        <p:nvSpPr>
          <p:cNvPr id="513" name="Google Shape;513;p56"/>
          <p:cNvSpPr/>
          <p:nvPr>
            <p:ph idx="8" type="pic"/>
          </p:nvPr>
        </p:nvSpPr>
        <p:spPr>
          <a:xfrm>
            <a:off x="5680816" y="1481700"/>
            <a:ext cx="994200" cy="994200"/>
          </a:xfrm>
          <a:prstGeom prst="rect">
            <a:avLst/>
          </a:prstGeom>
          <a:noFill/>
          <a:ln>
            <a:noFill/>
          </a:ln>
        </p:spPr>
      </p:sp>
      <p:sp>
        <p:nvSpPr>
          <p:cNvPr id="514" name="Google Shape;514;p56"/>
          <p:cNvSpPr/>
          <p:nvPr>
            <p:ph idx="9" type="pic"/>
          </p:nvPr>
        </p:nvSpPr>
        <p:spPr>
          <a:xfrm>
            <a:off x="7509613" y="1481700"/>
            <a:ext cx="994200" cy="994200"/>
          </a:xfrm>
          <a:prstGeom prst="rect">
            <a:avLst/>
          </a:prstGeom>
          <a:noFill/>
          <a:ln>
            <a:noFill/>
          </a:ln>
        </p:spPr>
      </p:sp>
      <p:sp>
        <p:nvSpPr>
          <p:cNvPr id="515" name="Google Shape;515;p56"/>
          <p:cNvSpPr txBox="1"/>
          <p:nvPr>
            <p:ph idx="13" type="subTitle"/>
          </p:nvPr>
        </p:nvSpPr>
        <p:spPr>
          <a:xfrm>
            <a:off x="2030107" y="2508000"/>
            <a:ext cx="14262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16" name="Google Shape;516;p56"/>
          <p:cNvSpPr txBox="1"/>
          <p:nvPr>
            <p:ph idx="14" type="body"/>
          </p:nvPr>
        </p:nvSpPr>
        <p:spPr>
          <a:xfrm>
            <a:off x="2030088" y="3063257"/>
            <a:ext cx="1426200" cy="15822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17" name="Google Shape;517;p56"/>
          <p:cNvSpPr txBox="1"/>
          <p:nvPr>
            <p:ph idx="15" type="subTitle"/>
          </p:nvPr>
        </p:nvSpPr>
        <p:spPr>
          <a:xfrm>
            <a:off x="3858907" y="2508000"/>
            <a:ext cx="14262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18" name="Google Shape;518;p56"/>
          <p:cNvSpPr txBox="1"/>
          <p:nvPr>
            <p:ph idx="16" type="body"/>
          </p:nvPr>
        </p:nvSpPr>
        <p:spPr>
          <a:xfrm>
            <a:off x="3858888" y="3063257"/>
            <a:ext cx="1426200" cy="15822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19" name="Google Shape;519;p56"/>
          <p:cNvSpPr txBox="1"/>
          <p:nvPr>
            <p:ph idx="17" type="subTitle"/>
          </p:nvPr>
        </p:nvSpPr>
        <p:spPr>
          <a:xfrm>
            <a:off x="5687707" y="2508000"/>
            <a:ext cx="14262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20" name="Google Shape;520;p56"/>
          <p:cNvSpPr txBox="1"/>
          <p:nvPr>
            <p:ph idx="18" type="body"/>
          </p:nvPr>
        </p:nvSpPr>
        <p:spPr>
          <a:xfrm>
            <a:off x="5687688" y="3063257"/>
            <a:ext cx="1426200" cy="15822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21" name="Google Shape;521;p56"/>
          <p:cNvSpPr txBox="1"/>
          <p:nvPr>
            <p:ph idx="19" type="subTitle"/>
          </p:nvPr>
        </p:nvSpPr>
        <p:spPr>
          <a:xfrm>
            <a:off x="7516507" y="2508000"/>
            <a:ext cx="14262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22" name="Google Shape;522;p56"/>
          <p:cNvSpPr txBox="1"/>
          <p:nvPr>
            <p:ph idx="20" type="body"/>
          </p:nvPr>
        </p:nvSpPr>
        <p:spPr>
          <a:xfrm>
            <a:off x="7516488" y="3063257"/>
            <a:ext cx="1426200" cy="15822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6 Column">
  <p:cSld name="TITLE_2_1_1_1_1_2_1">
    <p:spTree>
      <p:nvGrpSpPr>
        <p:cNvPr id="523" name="Shape 523"/>
        <p:cNvGrpSpPr/>
        <p:nvPr/>
      </p:nvGrpSpPr>
      <p:grpSpPr>
        <a:xfrm>
          <a:off x="0" y="0"/>
          <a:ext cx="0" cy="0"/>
          <a:chOff x="0" y="0"/>
          <a:chExt cx="0" cy="0"/>
        </a:xfrm>
      </p:grpSpPr>
      <p:sp>
        <p:nvSpPr>
          <p:cNvPr id="524" name="Google Shape;524;p57"/>
          <p:cNvSpPr/>
          <p:nvPr/>
        </p:nvSpPr>
        <p:spPr>
          <a:xfrm>
            <a:off x="0" y="1226475"/>
            <a:ext cx="1524000" cy="3917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25" name="Google Shape;525;p57"/>
          <p:cNvSpPr/>
          <p:nvPr/>
        </p:nvSpPr>
        <p:spPr>
          <a:xfrm>
            <a:off x="1523982" y="1226475"/>
            <a:ext cx="1524000" cy="391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26" name="Google Shape;526;p57"/>
          <p:cNvSpPr/>
          <p:nvPr/>
        </p:nvSpPr>
        <p:spPr>
          <a:xfrm>
            <a:off x="3047964" y="1226475"/>
            <a:ext cx="1524000" cy="391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27" name="Google Shape;527;p57"/>
          <p:cNvSpPr/>
          <p:nvPr/>
        </p:nvSpPr>
        <p:spPr>
          <a:xfrm>
            <a:off x="4571955" y="1226475"/>
            <a:ext cx="1524000" cy="3917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28" name="Google Shape;528;p57"/>
          <p:cNvSpPr/>
          <p:nvPr/>
        </p:nvSpPr>
        <p:spPr>
          <a:xfrm>
            <a:off x="6095925" y="1226475"/>
            <a:ext cx="1524000" cy="391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29" name="Google Shape;529;p57"/>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530" name="Google Shape;530;p57"/>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531" name="Google Shape;531;p57"/>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532" name="Google Shape;532;p57"/>
          <p:cNvSpPr txBox="1"/>
          <p:nvPr>
            <p:ph type="title"/>
          </p:nvPr>
        </p:nvSpPr>
        <p:spPr>
          <a:xfrm>
            <a:off x="73150" y="340625"/>
            <a:ext cx="8953800" cy="701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SzPts val="5600"/>
              <a:buNone/>
              <a:defRPr sz="5600"/>
            </a:lvl1pPr>
            <a:lvl2pPr lvl="1">
              <a:lnSpc>
                <a:spcPct val="65000"/>
              </a:lnSpc>
              <a:spcBef>
                <a:spcPts val="0"/>
              </a:spcBef>
              <a:spcAft>
                <a:spcPts val="0"/>
              </a:spcAft>
              <a:buSzPts val="5400"/>
              <a:buNone/>
              <a:defRPr sz="5400"/>
            </a:lvl2pPr>
            <a:lvl3pPr lvl="2">
              <a:lnSpc>
                <a:spcPct val="65000"/>
              </a:lnSpc>
              <a:spcBef>
                <a:spcPts val="0"/>
              </a:spcBef>
              <a:spcAft>
                <a:spcPts val="0"/>
              </a:spcAft>
              <a:buSzPts val="5400"/>
              <a:buNone/>
              <a:defRPr sz="5400"/>
            </a:lvl3pPr>
            <a:lvl4pPr lvl="3">
              <a:lnSpc>
                <a:spcPct val="65000"/>
              </a:lnSpc>
              <a:spcBef>
                <a:spcPts val="0"/>
              </a:spcBef>
              <a:spcAft>
                <a:spcPts val="0"/>
              </a:spcAft>
              <a:buSzPts val="5400"/>
              <a:buNone/>
              <a:defRPr sz="5400"/>
            </a:lvl4pPr>
            <a:lvl5pPr lvl="4">
              <a:lnSpc>
                <a:spcPct val="65000"/>
              </a:lnSpc>
              <a:spcBef>
                <a:spcPts val="0"/>
              </a:spcBef>
              <a:spcAft>
                <a:spcPts val="0"/>
              </a:spcAft>
              <a:buSzPts val="5400"/>
              <a:buNone/>
              <a:defRPr sz="5400"/>
            </a:lvl5pPr>
            <a:lvl6pPr lvl="5">
              <a:lnSpc>
                <a:spcPct val="65000"/>
              </a:lnSpc>
              <a:spcBef>
                <a:spcPts val="0"/>
              </a:spcBef>
              <a:spcAft>
                <a:spcPts val="0"/>
              </a:spcAft>
              <a:buSzPts val="5400"/>
              <a:buNone/>
              <a:defRPr sz="5400"/>
            </a:lvl6pPr>
            <a:lvl7pPr lvl="6">
              <a:lnSpc>
                <a:spcPct val="65000"/>
              </a:lnSpc>
              <a:spcBef>
                <a:spcPts val="0"/>
              </a:spcBef>
              <a:spcAft>
                <a:spcPts val="0"/>
              </a:spcAft>
              <a:buSzPts val="5400"/>
              <a:buNone/>
              <a:defRPr sz="5400"/>
            </a:lvl7pPr>
            <a:lvl8pPr lvl="7">
              <a:lnSpc>
                <a:spcPct val="65000"/>
              </a:lnSpc>
              <a:spcBef>
                <a:spcPts val="0"/>
              </a:spcBef>
              <a:spcAft>
                <a:spcPts val="0"/>
              </a:spcAft>
              <a:buSzPts val="5400"/>
              <a:buNone/>
              <a:defRPr sz="5400"/>
            </a:lvl8pPr>
            <a:lvl9pPr lvl="8">
              <a:lnSpc>
                <a:spcPct val="65000"/>
              </a:lnSpc>
              <a:spcBef>
                <a:spcPts val="0"/>
              </a:spcBef>
              <a:spcAft>
                <a:spcPts val="0"/>
              </a:spcAft>
              <a:buSzPts val="5400"/>
              <a:buNone/>
              <a:defRPr sz="5400"/>
            </a:lvl9pPr>
          </a:lstStyle>
          <a:p/>
        </p:txBody>
      </p:sp>
      <p:sp>
        <p:nvSpPr>
          <p:cNvPr id="533" name="Google Shape;533;p57"/>
          <p:cNvSpPr txBox="1"/>
          <p:nvPr>
            <p:ph idx="3" type="subTitle"/>
          </p:nvPr>
        </p:nvSpPr>
        <p:spPr>
          <a:xfrm>
            <a:off x="171431" y="2431800"/>
            <a:ext cx="1188300" cy="4350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sz="14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34" name="Google Shape;534;p57"/>
          <p:cNvSpPr txBox="1"/>
          <p:nvPr>
            <p:ph idx="4" type="body"/>
          </p:nvPr>
        </p:nvSpPr>
        <p:spPr>
          <a:xfrm>
            <a:off x="171425" y="2987048"/>
            <a:ext cx="1188300" cy="20076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35" name="Google Shape;535;p57"/>
          <p:cNvSpPr/>
          <p:nvPr>
            <p:ph idx="5" type="pic"/>
          </p:nvPr>
        </p:nvSpPr>
        <p:spPr>
          <a:xfrm>
            <a:off x="153200" y="1481700"/>
            <a:ext cx="828600" cy="828600"/>
          </a:xfrm>
          <a:prstGeom prst="rect">
            <a:avLst/>
          </a:prstGeom>
          <a:noFill/>
          <a:ln>
            <a:noFill/>
          </a:ln>
        </p:spPr>
      </p:sp>
      <p:sp>
        <p:nvSpPr>
          <p:cNvPr id="536" name="Google Shape;536;p57"/>
          <p:cNvSpPr/>
          <p:nvPr>
            <p:ph idx="6" type="pic"/>
          </p:nvPr>
        </p:nvSpPr>
        <p:spPr>
          <a:xfrm>
            <a:off x="1685996" y="1481700"/>
            <a:ext cx="828600" cy="828600"/>
          </a:xfrm>
          <a:prstGeom prst="rect">
            <a:avLst/>
          </a:prstGeom>
          <a:noFill/>
          <a:ln>
            <a:noFill/>
          </a:ln>
        </p:spPr>
      </p:sp>
      <p:sp>
        <p:nvSpPr>
          <p:cNvPr id="537" name="Google Shape;537;p57"/>
          <p:cNvSpPr/>
          <p:nvPr>
            <p:ph idx="7" type="pic"/>
          </p:nvPr>
        </p:nvSpPr>
        <p:spPr>
          <a:xfrm>
            <a:off x="3209979" y="1481700"/>
            <a:ext cx="828600" cy="828600"/>
          </a:xfrm>
          <a:prstGeom prst="rect">
            <a:avLst/>
          </a:prstGeom>
          <a:noFill/>
          <a:ln>
            <a:noFill/>
          </a:ln>
        </p:spPr>
      </p:sp>
      <p:sp>
        <p:nvSpPr>
          <p:cNvPr id="538" name="Google Shape;538;p57"/>
          <p:cNvSpPr/>
          <p:nvPr>
            <p:ph idx="8" type="pic"/>
          </p:nvPr>
        </p:nvSpPr>
        <p:spPr>
          <a:xfrm>
            <a:off x="4733963" y="1481700"/>
            <a:ext cx="828600" cy="828600"/>
          </a:xfrm>
          <a:prstGeom prst="rect">
            <a:avLst/>
          </a:prstGeom>
          <a:noFill/>
          <a:ln>
            <a:noFill/>
          </a:ln>
        </p:spPr>
      </p:sp>
      <p:sp>
        <p:nvSpPr>
          <p:cNvPr id="539" name="Google Shape;539;p57"/>
          <p:cNvSpPr/>
          <p:nvPr>
            <p:ph idx="9" type="pic"/>
          </p:nvPr>
        </p:nvSpPr>
        <p:spPr>
          <a:xfrm>
            <a:off x="6257946" y="1481700"/>
            <a:ext cx="828600" cy="828600"/>
          </a:xfrm>
          <a:prstGeom prst="rect">
            <a:avLst/>
          </a:prstGeom>
          <a:noFill/>
          <a:ln>
            <a:noFill/>
          </a:ln>
        </p:spPr>
      </p:sp>
      <p:sp>
        <p:nvSpPr>
          <p:cNvPr id="540" name="Google Shape;540;p57"/>
          <p:cNvSpPr txBox="1"/>
          <p:nvPr>
            <p:ph idx="13" type="subTitle"/>
          </p:nvPr>
        </p:nvSpPr>
        <p:spPr>
          <a:xfrm>
            <a:off x="1691737" y="2431800"/>
            <a:ext cx="1188300" cy="4350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sz="14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41" name="Google Shape;541;p57"/>
          <p:cNvSpPr txBox="1"/>
          <p:nvPr>
            <p:ph idx="14" type="body"/>
          </p:nvPr>
        </p:nvSpPr>
        <p:spPr>
          <a:xfrm>
            <a:off x="1691730" y="2987048"/>
            <a:ext cx="1188300" cy="20076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42" name="Google Shape;542;p57"/>
          <p:cNvSpPr txBox="1"/>
          <p:nvPr>
            <p:ph idx="15" type="subTitle"/>
          </p:nvPr>
        </p:nvSpPr>
        <p:spPr>
          <a:xfrm>
            <a:off x="3215719" y="2431800"/>
            <a:ext cx="1188300" cy="4350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sz="14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43" name="Google Shape;543;p57"/>
          <p:cNvSpPr txBox="1"/>
          <p:nvPr>
            <p:ph idx="16" type="body"/>
          </p:nvPr>
        </p:nvSpPr>
        <p:spPr>
          <a:xfrm>
            <a:off x="3215712" y="2987048"/>
            <a:ext cx="1188300" cy="20076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44" name="Google Shape;544;p57"/>
          <p:cNvSpPr txBox="1"/>
          <p:nvPr>
            <p:ph idx="17" type="subTitle"/>
          </p:nvPr>
        </p:nvSpPr>
        <p:spPr>
          <a:xfrm>
            <a:off x="4739702" y="2431800"/>
            <a:ext cx="1188300" cy="4350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sz="14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45" name="Google Shape;545;p57"/>
          <p:cNvSpPr txBox="1"/>
          <p:nvPr>
            <p:ph idx="18" type="body"/>
          </p:nvPr>
        </p:nvSpPr>
        <p:spPr>
          <a:xfrm>
            <a:off x="4739694" y="2987048"/>
            <a:ext cx="1188300" cy="20076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46" name="Google Shape;546;p57"/>
          <p:cNvSpPr txBox="1"/>
          <p:nvPr>
            <p:ph idx="19" type="subTitle"/>
          </p:nvPr>
        </p:nvSpPr>
        <p:spPr>
          <a:xfrm>
            <a:off x="6263685" y="2431800"/>
            <a:ext cx="1188300" cy="4350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sz="14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47" name="Google Shape;547;p57"/>
          <p:cNvSpPr txBox="1"/>
          <p:nvPr>
            <p:ph idx="20" type="body"/>
          </p:nvPr>
        </p:nvSpPr>
        <p:spPr>
          <a:xfrm>
            <a:off x="6263677" y="2987048"/>
            <a:ext cx="1188300" cy="20076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
        <p:nvSpPr>
          <p:cNvPr id="548" name="Google Shape;548;p57"/>
          <p:cNvSpPr/>
          <p:nvPr/>
        </p:nvSpPr>
        <p:spPr>
          <a:xfrm>
            <a:off x="7619949" y="1226475"/>
            <a:ext cx="1524000" cy="391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49" name="Google Shape;549;p57"/>
          <p:cNvSpPr/>
          <p:nvPr>
            <p:ph idx="21" type="pic"/>
          </p:nvPr>
        </p:nvSpPr>
        <p:spPr>
          <a:xfrm>
            <a:off x="7781973" y="1481700"/>
            <a:ext cx="828600" cy="828600"/>
          </a:xfrm>
          <a:prstGeom prst="rect">
            <a:avLst/>
          </a:prstGeom>
          <a:noFill/>
          <a:ln>
            <a:noFill/>
          </a:ln>
        </p:spPr>
      </p:sp>
      <p:sp>
        <p:nvSpPr>
          <p:cNvPr id="550" name="Google Shape;550;p57"/>
          <p:cNvSpPr txBox="1"/>
          <p:nvPr>
            <p:ph idx="22" type="subTitle"/>
          </p:nvPr>
        </p:nvSpPr>
        <p:spPr>
          <a:xfrm>
            <a:off x="7787709" y="2431800"/>
            <a:ext cx="1188300" cy="435000"/>
          </a:xfrm>
          <a:prstGeom prst="rect">
            <a:avLst/>
          </a:prstGeom>
        </p:spPr>
        <p:txBody>
          <a:bodyPr anchorCtr="0" anchor="t" bIns="91425" lIns="0" spcFirstLastPara="1" rIns="91425" wrap="square" tIns="91425">
            <a:noAutofit/>
          </a:bodyPr>
          <a:lstStyle>
            <a:lvl1pPr lvl="0">
              <a:spcBef>
                <a:spcPts val="0"/>
              </a:spcBef>
              <a:spcAft>
                <a:spcPts val="0"/>
              </a:spcAft>
              <a:buSzPts val="1400"/>
              <a:buNone/>
              <a:defRPr sz="14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51" name="Google Shape;551;p57"/>
          <p:cNvSpPr txBox="1"/>
          <p:nvPr>
            <p:ph idx="23" type="body"/>
          </p:nvPr>
        </p:nvSpPr>
        <p:spPr>
          <a:xfrm>
            <a:off x="7787700" y="2987048"/>
            <a:ext cx="1188300" cy="2007600"/>
          </a:xfrm>
          <a:prstGeom prst="rect">
            <a:avLst/>
          </a:prstGeom>
        </p:spPr>
        <p:txBody>
          <a:bodyPr anchorCtr="0" anchor="t" bIns="91425" lIns="0" spcFirstLastPara="1" rIns="91425" wrap="square" tIns="91425">
            <a:noAutofit/>
          </a:bodyPr>
          <a:lstStyle>
            <a:lvl1pPr indent="-285750" lvl="0" marL="457200">
              <a:spcBef>
                <a:spcPts val="0"/>
              </a:spcBef>
              <a:spcAft>
                <a:spcPts val="0"/>
              </a:spcAft>
              <a:buSzPts val="900"/>
              <a:buChar char="●"/>
              <a:defRPr sz="900"/>
            </a:lvl1pPr>
            <a:lvl2pPr indent="-285750" lvl="1" marL="914400">
              <a:spcBef>
                <a:spcPts val="0"/>
              </a:spcBef>
              <a:spcAft>
                <a:spcPts val="0"/>
              </a:spcAft>
              <a:buSzPts val="900"/>
              <a:buChar char="○"/>
              <a:defRPr sz="900"/>
            </a:lvl2pPr>
            <a:lvl3pPr indent="-285750" lvl="2" marL="1371600">
              <a:spcBef>
                <a:spcPts val="0"/>
              </a:spcBef>
              <a:spcAft>
                <a:spcPts val="0"/>
              </a:spcAft>
              <a:buSzPts val="900"/>
              <a:buChar char="■"/>
              <a:defRPr sz="900"/>
            </a:lvl3pPr>
            <a:lvl4pPr indent="-285750" lvl="3" marL="1828800">
              <a:spcBef>
                <a:spcPts val="0"/>
              </a:spcBef>
              <a:spcAft>
                <a:spcPts val="0"/>
              </a:spcAft>
              <a:buSzPts val="900"/>
              <a:buChar char="●"/>
              <a:defRPr sz="900"/>
            </a:lvl4pPr>
            <a:lvl5pPr indent="-285750" lvl="4" marL="2286000">
              <a:spcBef>
                <a:spcPts val="0"/>
              </a:spcBef>
              <a:spcAft>
                <a:spcPts val="0"/>
              </a:spcAft>
              <a:buSzPts val="900"/>
              <a:buChar char="○"/>
              <a:defRPr sz="900"/>
            </a:lvl5pPr>
            <a:lvl6pPr indent="-285750" lvl="5" marL="2743200">
              <a:spcBef>
                <a:spcPts val="0"/>
              </a:spcBef>
              <a:spcAft>
                <a:spcPts val="0"/>
              </a:spcAft>
              <a:buSzPts val="900"/>
              <a:buChar char="■"/>
              <a:defRPr sz="900"/>
            </a:lvl6pPr>
            <a:lvl7pPr indent="-285750" lvl="6" marL="3200400">
              <a:spcBef>
                <a:spcPts val="0"/>
              </a:spcBef>
              <a:spcAft>
                <a:spcPts val="0"/>
              </a:spcAft>
              <a:buSzPts val="900"/>
              <a:buChar char="●"/>
              <a:defRPr sz="900"/>
            </a:lvl7pPr>
            <a:lvl8pPr indent="-285750" lvl="7" marL="3657600">
              <a:spcBef>
                <a:spcPts val="0"/>
              </a:spcBef>
              <a:spcAft>
                <a:spcPts val="0"/>
              </a:spcAft>
              <a:buSzPts val="900"/>
              <a:buChar char="○"/>
              <a:defRPr sz="900"/>
            </a:lvl8pPr>
            <a:lvl9pPr indent="-285750" lvl="8" marL="4114800">
              <a:spcBef>
                <a:spcPts val="0"/>
              </a:spcBef>
              <a:spcAft>
                <a:spcPts val="0"/>
              </a:spcAft>
              <a:buSzPts val="900"/>
              <a:buChar char="■"/>
              <a:defRPr sz="9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admap 3 Column">
  <p:cSld name="TITLE_2_1_1_1_1_1">
    <p:spTree>
      <p:nvGrpSpPr>
        <p:cNvPr id="552" name="Shape 552"/>
        <p:cNvGrpSpPr/>
        <p:nvPr/>
      </p:nvGrpSpPr>
      <p:grpSpPr>
        <a:xfrm>
          <a:off x="0" y="0"/>
          <a:ext cx="0" cy="0"/>
          <a:chOff x="0" y="0"/>
          <a:chExt cx="0" cy="0"/>
        </a:xfrm>
      </p:grpSpPr>
      <p:sp>
        <p:nvSpPr>
          <p:cNvPr id="553" name="Google Shape;553;p58"/>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554" name="Google Shape;554;p58"/>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555" name="Google Shape;555;p58"/>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556" name="Google Shape;556;p58"/>
          <p:cNvSpPr txBox="1"/>
          <p:nvPr>
            <p:ph type="title"/>
          </p:nvPr>
        </p:nvSpPr>
        <p:spPr>
          <a:xfrm>
            <a:off x="73152" y="340625"/>
            <a:ext cx="89538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SzPts val="5600"/>
              <a:buNone/>
              <a:defRPr sz="5600"/>
            </a:lvl1pPr>
            <a:lvl2pPr lvl="1">
              <a:lnSpc>
                <a:spcPct val="65000"/>
              </a:lnSpc>
              <a:spcBef>
                <a:spcPts val="0"/>
              </a:spcBef>
              <a:spcAft>
                <a:spcPts val="0"/>
              </a:spcAft>
              <a:buSzPts val="5400"/>
              <a:buNone/>
              <a:defRPr sz="5400"/>
            </a:lvl2pPr>
            <a:lvl3pPr lvl="2">
              <a:lnSpc>
                <a:spcPct val="65000"/>
              </a:lnSpc>
              <a:spcBef>
                <a:spcPts val="0"/>
              </a:spcBef>
              <a:spcAft>
                <a:spcPts val="0"/>
              </a:spcAft>
              <a:buSzPts val="5400"/>
              <a:buNone/>
              <a:defRPr sz="5400"/>
            </a:lvl3pPr>
            <a:lvl4pPr lvl="3">
              <a:lnSpc>
                <a:spcPct val="65000"/>
              </a:lnSpc>
              <a:spcBef>
                <a:spcPts val="0"/>
              </a:spcBef>
              <a:spcAft>
                <a:spcPts val="0"/>
              </a:spcAft>
              <a:buSzPts val="5400"/>
              <a:buNone/>
              <a:defRPr sz="5400"/>
            </a:lvl4pPr>
            <a:lvl5pPr lvl="4">
              <a:lnSpc>
                <a:spcPct val="65000"/>
              </a:lnSpc>
              <a:spcBef>
                <a:spcPts val="0"/>
              </a:spcBef>
              <a:spcAft>
                <a:spcPts val="0"/>
              </a:spcAft>
              <a:buSzPts val="5400"/>
              <a:buNone/>
              <a:defRPr sz="5400"/>
            </a:lvl5pPr>
            <a:lvl6pPr lvl="5">
              <a:lnSpc>
                <a:spcPct val="65000"/>
              </a:lnSpc>
              <a:spcBef>
                <a:spcPts val="0"/>
              </a:spcBef>
              <a:spcAft>
                <a:spcPts val="0"/>
              </a:spcAft>
              <a:buSzPts val="5400"/>
              <a:buNone/>
              <a:defRPr sz="5400"/>
            </a:lvl6pPr>
            <a:lvl7pPr lvl="6">
              <a:lnSpc>
                <a:spcPct val="65000"/>
              </a:lnSpc>
              <a:spcBef>
                <a:spcPts val="0"/>
              </a:spcBef>
              <a:spcAft>
                <a:spcPts val="0"/>
              </a:spcAft>
              <a:buSzPts val="5400"/>
              <a:buNone/>
              <a:defRPr sz="5400"/>
            </a:lvl7pPr>
            <a:lvl8pPr lvl="7">
              <a:lnSpc>
                <a:spcPct val="65000"/>
              </a:lnSpc>
              <a:spcBef>
                <a:spcPts val="0"/>
              </a:spcBef>
              <a:spcAft>
                <a:spcPts val="0"/>
              </a:spcAft>
              <a:buSzPts val="5400"/>
              <a:buNone/>
              <a:defRPr sz="5400"/>
            </a:lvl8pPr>
            <a:lvl9pPr lvl="8">
              <a:lnSpc>
                <a:spcPct val="65000"/>
              </a:lnSpc>
              <a:spcBef>
                <a:spcPts val="0"/>
              </a:spcBef>
              <a:spcAft>
                <a:spcPts val="0"/>
              </a:spcAft>
              <a:buSzPts val="5400"/>
              <a:buNone/>
              <a:defRPr sz="5400"/>
            </a:lvl9pPr>
          </a:lstStyle>
          <a:p/>
        </p:txBody>
      </p:sp>
      <p:sp>
        <p:nvSpPr>
          <p:cNvPr id="557" name="Google Shape;557;p58"/>
          <p:cNvSpPr/>
          <p:nvPr/>
        </p:nvSpPr>
        <p:spPr>
          <a:xfrm>
            <a:off x="0" y="1226475"/>
            <a:ext cx="3048000" cy="39171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58" name="Google Shape;558;p58"/>
          <p:cNvSpPr/>
          <p:nvPr/>
        </p:nvSpPr>
        <p:spPr>
          <a:xfrm>
            <a:off x="3048040" y="1226475"/>
            <a:ext cx="3048000" cy="3917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59" name="Google Shape;559;p58"/>
          <p:cNvSpPr/>
          <p:nvPr/>
        </p:nvSpPr>
        <p:spPr>
          <a:xfrm>
            <a:off x="6096081" y="1226475"/>
            <a:ext cx="3048000" cy="39171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60" name="Google Shape;560;p58"/>
          <p:cNvSpPr/>
          <p:nvPr>
            <p:ph idx="3" type="pic"/>
          </p:nvPr>
        </p:nvSpPr>
        <p:spPr>
          <a:xfrm>
            <a:off x="183850" y="1481700"/>
            <a:ext cx="994200" cy="994200"/>
          </a:xfrm>
          <a:prstGeom prst="rect">
            <a:avLst/>
          </a:prstGeom>
          <a:noFill/>
          <a:ln>
            <a:noFill/>
          </a:ln>
        </p:spPr>
      </p:sp>
      <p:sp>
        <p:nvSpPr>
          <p:cNvPr id="561" name="Google Shape;561;p58"/>
          <p:cNvSpPr/>
          <p:nvPr>
            <p:ph idx="4" type="pic"/>
          </p:nvPr>
        </p:nvSpPr>
        <p:spPr>
          <a:xfrm>
            <a:off x="3242451" y="1481700"/>
            <a:ext cx="994200" cy="994200"/>
          </a:xfrm>
          <a:prstGeom prst="rect">
            <a:avLst/>
          </a:prstGeom>
          <a:noFill/>
          <a:ln>
            <a:noFill/>
          </a:ln>
        </p:spPr>
      </p:sp>
      <p:sp>
        <p:nvSpPr>
          <p:cNvPr id="562" name="Google Shape;562;p58"/>
          <p:cNvSpPr/>
          <p:nvPr>
            <p:ph idx="5" type="pic"/>
          </p:nvPr>
        </p:nvSpPr>
        <p:spPr>
          <a:xfrm>
            <a:off x="6290475" y="1481700"/>
            <a:ext cx="994200" cy="994200"/>
          </a:xfrm>
          <a:prstGeom prst="rect">
            <a:avLst/>
          </a:prstGeom>
          <a:noFill/>
          <a:ln>
            <a:noFill/>
          </a:ln>
        </p:spPr>
      </p:sp>
      <p:sp>
        <p:nvSpPr>
          <p:cNvPr id="563" name="Google Shape;563;p58"/>
          <p:cNvSpPr txBox="1"/>
          <p:nvPr>
            <p:ph idx="6" type="subTitle"/>
          </p:nvPr>
        </p:nvSpPr>
        <p:spPr>
          <a:xfrm>
            <a:off x="205735" y="2736600"/>
            <a:ext cx="25818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64" name="Google Shape;564;p58"/>
          <p:cNvSpPr txBox="1"/>
          <p:nvPr>
            <p:ph idx="7" type="body"/>
          </p:nvPr>
        </p:nvSpPr>
        <p:spPr>
          <a:xfrm>
            <a:off x="205700" y="3291857"/>
            <a:ext cx="2581800" cy="1582200"/>
          </a:xfrm>
          <a:prstGeom prst="rect">
            <a:avLst/>
          </a:prstGeom>
        </p:spPr>
        <p:txBody>
          <a:bodyPr anchorCtr="0" anchor="t"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565" name="Google Shape;565;p58"/>
          <p:cNvSpPr txBox="1"/>
          <p:nvPr>
            <p:ph idx="8" type="subTitle"/>
          </p:nvPr>
        </p:nvSpPr>
        <p:spPr>
          <a:xfrm>
            <a:off x="3253915" y="2736625"/>
            <a:ext cx="25818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66" name="Google Shape;566;p58"/>
          <p:cNvSpPr txBox="1"/>
          <p:nvPr>
            <p:ph idx="9" type="body"/>
          </p:nvPr>
        </p:nvSpPr>
        <p:spPr>
          <a:xfrm>
            <a:off x="3253879" y="3291882"/>
            <a:ext cx="2581800" cy="1582200"/>
          </a:xfrm>
          <a:prstGeom prst="rect">
            <a:avLst/>
          </a:prstGeom>
        </p:spPr>
        <p:txBody>
          <a:bodyPr anchorCtr="0" anchor="t"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567" name="Google Shape;567;p58"/>
          <p:cNvSpPr txBox="1"/>
          <p:nvPr>
            <p:ph idx="13" type="subTitle"/>
          </p:nvPr>
        </p:nvSpPr>
        <p:spPr>
          <a:xfrm>
            <a:off x="6299133" y="2736625"/>
            <a:ext cx="2581800" cy="435000"/>
          </a:xfrm>
          <a:prstGeom prst="rect">
            <a:avLst/>
          </a:prstGeom>
        </p:spPr>
        <p:txBody>
          <a:bodyPr anchorCtr="0" anchor="t" bIns="91425" lIns="0" spcFirstLastPara="1" rIns="91425" wrap="square" tIns="91425">
            <a:noAutofit/>
          </a:bodyPr>
          <a:lstStyle>
            <a:lvl1pPr lvl="0">
              <a:spcBef>
                <a:spcPts val="0"/>
              </a:spcBef>
              <a:spcAft>
                <a:spcPts val="0"/>
              </a:spcAft>
              <a:buSzPts val="1800"/>
              <a:buNone/>
              <a:defRPr sz="1800"/>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568" name="Google Shape;568;p58"/>
          <p:cNvSpPr txBox="1"/>
          <p:nvPr>
            <p:ph idx="14" type="body"/>
          </p:nvPr>
        </p:nvSpPr>
        <p:spPr>
          <a:xfrm>
            <a:off x="6299098" y="3291882"/>
            <a:ext cx="2581800" cy="1582200"/>
          </a:xfrm>
          <a:prstGeom prst="rect">
            <a:avLst/>
          </a:prstGeom>
        </p:spPr>
        <p:txBody>
          <a:bodyPr anchorCtr="0" anchor="t" bIns="91425" lIns="0" spcFirstLastPara="1" rIns="91425" wrap="square" tIns="91425">
            <a:no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pportunities and Challenges">
  <p:cSld name="TITLE_2_1_1_2">
    <p:bg>
      <p:bgPr>
        <a:solidFill>
          <a:schemeClr val="dk1"/>
        </a:solidFill>
      </p:bgPr>
    </p:bg>
    <p:spTree>
      <p:nvGrpSpPr>
        <p:cNvPr id="569" name="Shape 569"/>
        <p:cNvGrpSpPr/>
        <p:nvPr/>
      </p:nvGrpSpPr>
      <p:grpSpPr>
        <a:xfrm>
          <a:off x="0" y="0"/>
          <a:ext cx="0" cy="0"/>
          <a:chOff x="0" y="0"/>
          <a:chExt cx="0" cy="0"/>
        </a:xfrm>
      </p:grpSpPr>
      <p:sp>
        <p:nvSpPr>
          <p:cNvPr id="570" name="Google Shape;570;p59"/>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Clr>
                <a:schemeClr val="lt1"/>
              </a:buClr>
              <a:buSzPts val="900"/>
              <a:buNone/>
              <a:defRPr sz="900">
                <a:solidFill>
                  <a:schemeClr val="lt1"/>
                </a:solidFill>
              </a:defRPr>
            </a:lvl1pPr>
            <a:lvl2pPr lvl="1">
              <a:spcBef>
                <a:spcPts val="0"/>
              </a:spcBef>
              <a:spcAft>
                <a:spcPts val="0"/>
              </a:spcAft>
              <a:buClr>
                <a:schemeClr val="lt1"/>
              </a:buClr>
              <a:buSzPts val="900"/>
              <a:buFont typeface="Familjen Grotesk"/>
              <a:buNone/>
              <a:defRPr sz="900">
                <a:solidFill>
                  <a:schemeClr val="lt1"/>
                </a:solidFill>
              </a:defRPr>
            </a:lvl2pPr>
            <a:lvl3pPr lvl="2">
              <a:spcBef>
                <a:spcPts val="0"/>
              </a:spcBef>
              <a:spcAft>
                <a:spcPts val="0"/>
              </a:spcAft>
              <a:buClr>
                <a:schemeClr val="lt1"/>
              </a:buClr>
              <a:buSzPts val="900"/>
              <a:buFont typeface="Familjen Grotesk"/>
              <a:buNone/>
              <a:defRPr sz="900">
                <a:solidFill>
                  <a:schemeClr val="lt1"/>
                </a:solidFill>
              </a:defRPr>
            </a:lvl3pPr>
            <a:lvl4pPr lvl="3">
              <a:spcBef>
                <a:spcPts val="0"/>
              </a:spcBef>
              <a:spcAft>
                <a:spcPts val="0"/>
              </a:spcAft>
              <a:buClr>
                <a:schemeClr val="lt1"/>
              </a:buClr>
              <a:buSzPts val="900"/>
              <a:buFont typeface="Familjen Grotesk"/>
              <a:buNone/>
              <a:defRPr sz="900">
                <a:solidFill>
                  <a:schemeClr val="lt1"/>
                </a:solidFill>
              </a:defRPr>
            </a:lvl4pPr>
            <a:lvl5pPr lvl="4">
              <a:spcBef>
                <a:spcPts val="0"/>
              </a:spcBef>
              <a:spcAft>
                <a:spcPts val="0"/>
              </a:spcAft>
              <a:buClr>
                <a:schemeClr val="lt1"/>
              </a:buClr>
              <a:buSzPts val="900"/>
              <a:buFont typeface="Familjen Grotesk"/>
              <a:buNone/>
              <a:defRPr sz="900">
                <a:solidFill>
                  <a:schemeClr val="lt1"/>
                </a:solidFill>
              </a:defRPr>
            </a:lvl5pPr>
            <a:lvl6pPr lvl="5">
              <a:spcBef>
                <a:spcPts val="0"/>
              </a:spcBef>
              <a:spcAft>
                <a:spcPts val="0"/>
              </a:spcAft>
              <a:buClr>
                <a:schemeClr val="lt1"/>
              </a:buClr>
              <a:buSzPts val="900"/>
              <a:buFont typeface="Familjen Grotesk"/>
              <a:buNone/>
              <a:defRPr sz="900">
                <a:solidFill>
                  <a:schemeClr val="lt1"/>
                </a:solidFill>
              </a:defRPr>
            </a:lvl6pPr>
            <a:lvl7pPr lvl="6">
              <a:spcBef>
                <a:spcPts val="0"/>
              </a:spcBef>
              <a:spcAft>
                <a:spcPts val="0"/>
              </a:spcAft>
              <a:buClr>
                <a:schemeClr val="lt1"/>
              </a:buClr>
              <a:buSzPts val="900"/>
              <a:buFont typeface="Familjen Grotesk"/>
              <a:buNone/>
              <a:defRPr sz="900">
                <a:solidFill>
                  <a:schemeClr val="lt1"/>
                </a:solidFill>
              </a:defRPr>
            </a:lvl7pPr>
            <a:lvl8pPr lvl="7">
              <a:spcBef>
                <a:spcPts val="0"/>
              </a:spcBef>
              <a:spcAft>
                <a:spcPts val="0"/>
              </a:spcAft>
              <a:buClr>
                <a:schemeClr val="lt1"/>
              </a:buClr>
              <a:buSzPts val="900"/>
              <a:buFont typeface="Familjen Grotesk"/>
              <a:buNone/>
              <a:defRPr sz="900">
                <a:solidFill>
                  <a:schemeClr val="lt1"/>
                </a:solidFill>
              </a:defRPr>
            </a:lvl8pPr>
            <a:lvl9pPr lvl="8">
              <a:spcBef>
                <a:spcPts val="0"/>
              </a:spcBef>
              <a:spcAft>
                <a:spcPts val="0"/>
              </a:spcAft>
              <a:buClr>
                <a:schemeClr val="lt1"/>
              </a:buClr>
              <a:buSzPts val="900"/>
              <a:buFont typeface="Familjen Grotesk"/>
              <a:buNone/>
              <a:defRPr sz="900">
                <a:solidFill>
                  <a:schemeClr val="lt1"/>
                </a:solidFill>
              </a:defRPr>
            </a:lvl9pPr>
          </a:lstStyle>
          <a:p/>
        </p:txBody>
      </p:sp>
      <p:sp>
        <p:nvSpPr>
          <p:cNvPr id="571" name="Google Shape;571;p59"/>
          <p:cNvSpPr txBox="1"/>
          <p:nvPr>
            <p:ph idx="2"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Clr>
                <a:schemeClr val="lt1"/>
              </a:buClr>
              <a:buSzPts val="900"/>
              <a:buNone/>
              <a:defRPr sz="900">
                <a:solidFill>
                  <a:schemeClr val="lt1"/>
                </a:solidFill>
              </a:defRPr>
            </a:lvl1pPr>
            <a:lvl2pPr lvl="1" algn="r">
              <a:spcBef>
                <a:spcPts val="0"/>
              </a:spcBef>
              <a:spcAft>
                <a:spcPts val="0"/>
              </a:spcAft>
              <a:buClr>
                <a:schemeClr val="lt1"/>
              </a:buClr>
              <a:buSzPts val="900"/>
              <a:buFont typeface="Familjen Grotesk"/>
              <a:buNone/>
              <a:defRPr sz="900">
                <a:solidFill>
                  <a:schemeClr val="lt1"/>
                </a:solidFill>
              </a:defRPr>
            </a:lvl2pPr>
            <a:lvl3pPr lvl="2" algn="r">
              <a:spcBef>
                <a:spcPts val="0"/>
              </a:spcBef>
              <a:spcAft>
                <a:spcPts val="0"/>
              </a:spcAft>
              <a:buClr>
                <a:schemeClr val="lt1"/>
              </a:buClr>
              <a:buSzPts val="900"/>
              <a:buFont typeface="Familjen Grotesk"/>
              <a:buNone/>
              <a:defRPr sz="900">
                <a:solidFill>
                  <a:schemeClr val="lt1"/>
                </a:solidFill>
              </a:defRPr>
            </a:lvl3pPr>
            <a:lvl4pPr lvl="3" algn="r">
              <a:spcBef>
                <a:spcPts val="0"/>
              </a:spcBef>
              <a:spcAft>
                <a:spcPts val="0"/>
              </a:spcAft>
              <a:buClr>
                <a:schemeClr val="lt1"/>
              </a:buClr>
              <a:buSzPts val="900"/>
              <a:buFont typeface="Familjen Grotesk"/>
              <a:buNone/>
              <a:defRPr sz="900">
                <a:solidFill>
                  <a:schemeClr val="lt1"/>
                </a:solidFill>
              </a:defRPr>
            </a:lvl4pPr>
            <a:lvl5pPr lvl="4" algn="r">
              <a:spcBef>
                <a:spcPts val="0"/>
              </a:spcBef>
              <a:spcAft>
                <a:spcPts val="0"/>
              </a:spcAft>
              <a:buClr>
                <a:schemeClr val="lt1"/>
              </a:buClr>
              <a:buSzPts val="900"/>
              <a:buFont typeface="Familjen Grotesk"/>
              <a:buNone/>
              <a:defRPr sz="900">
                <a:solidFill>
                  <a:schemeClr val="lt1"/>
                </a:solidFill>
              </a:defRPr>
            </a:lvl5pPr>
            <a:lvl6pPr lvl="5" algn="r">
              <a:spcBef>
                <a:spcPts val="0"/>
              </a:spcBef>
              <a:spcAft>
                <a:spcPts val="0"/>
              </a:spcAft>
              <a:buClr>
                <a:schemeClr val="lt1"/>
              </a:buClr>
              <a:buSzPts val="900"/>
              <a:buFont typeface="Familjen Grotesk"/>
              <a:buNone/>
              <a:defRPr sz="900">
                <a:solidFill>
                  <a:schemeClr val="lt1"/>
                </a:solidFill>
              </a:defRPr>
            </a:lvl6pPr>
            <a:lvl7pPr lvl="6" algn="r">
              <a:spcBef>
                <a:spcPts val="0"/>
              </a:spcBef>
              <a:spcAft>
                <a:spcPts val="0"/>
              </a:spcAft>
              <a:buClr>
                <a:schemeClr val="lt1"/>
              </a:buClr>
              <a:buSzPts val="900"/>
              <a:buFont typeface="Familjen Grotesk"/>
              <a:buNone/>
              <a:defRPr sz="900">
                <a:solidFill>
                  <a:schemeClr val="lt1"/>
                </a:solidFill>
              </a:defRPr>
            </a:lvl7pPr>
            <a:lvl8pPr lvl="7" algn="r">
              <a:spcBef>
                <a:spcPts val="0"/>
              </a:spcBef>
              <a:spcAft>
                <a:spcPts val="0"/>
              </a:spcAft>
              <a:buClr>
                <a:schemeClr val="lt1"/>
              </a:buClr>
              <a:buSzPts val="900"/>
              <a:buFont typeface="Familjen Grotesk"/>
              <a:buNone/>
              <a:defRPr sz="900">
                <a:solidFill>
                  <a:schemeClr val="lt1"/>
                </a:solidFill>
              </a:defRPr>
            </a:lvl8pPr>
            <a:lvl9pPr lvl="8" algn="r">
              <a:spcBef>
                <a:spcPts val="0"/>
              </a:spcBef>
              <a:spcAft>
                <a:spcPts val="0"/>
              </a:spcAft>
              <a:buClr>
                <a:schemeClr val="lt1"/>
              </a:buClr>
              <a:buSzPts val="900"/>
              <a:buFont typeface="Familjen Grotesk"/>
              <a:buNone/>
              <a:defRPr sz="900">
                <a:solidFill>
                  <a:schemeClr val="lt1"/>
                </a:solidFill>
              </a:defRPr>
            </a:lvl9pPr>
          </a:lstStyle>
          <a:p/>
        </p:txBody>
      </p:sp>
      <p:sp>
        <p:nvSpPr>
          <p:cNvPr id="572" name="Google Shape;572;p59"/>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573" name="Google Shape;573;p59"/>
          <p:cNvSpPr txBox="1"/>
          <p:nvPr>
            <p:ph type="title"/>
          </p:nvPr>
        </p:nvSpPr>
        <p:spPr>
          <a:xfrm>
            <a:off x="73152" y="340625"/>
            <a:ext cx="89538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lt1"/>
              </a:buClr>
              <a:buSzPts val="5600"/>
              <a:buNone/>
              <a:defRPr sz="5600">
                <a:solidFill>
                  <a:schemeClr val="lt1"/>
                </a:solidFill>
              </a:defRPr>
            </a:lvl1pPr>
            <a:lvl2pPr lvl="1">
              <a:lnSpc>
                <a:spcPct val="65000"/>
              </a:lnSpc>
              <a:spcBef>
                <a:spcPts val="0"/>
              </a:spcBef>
              <a:spcAft>
                <a:spcPts val="0"/>
              </a:spcAft>
              <a:buClr>
                <a:schemeClr val="lt1"/>
              </a:buClr>
              <a:buSzPts val="5400"/>
              <a:buNone/>
              <a:defRPr sz="5400">
                <a:solidFill>
                  <a:schemeClr val="lt1"/>
                </a:solidFill>
              </a:defRPr>
            </a:lvl2pPr>
            <a:lvl3pPr lvl="2">
              <a:lnSpc>
                <a:spcPct val="65000"/>
              </a:lnSpc>
              <a:spcBef>
                <a:spcPts val="0"/>
              </a:spcBef>
              <a:spcAft>
                <a:spcPts val="0"/>
              </a:spcAft>
              <a:buClr>
                <a:schemeClr val="lt1"/>
              </a:buClr>
              <a:buSzPts val="5400"/>
              <a:buNone/>
              <a:defRPr sz="5400">
                <a:solidFill>
                  <a:schemeClr val="lt1"/>
                </a:solidFill>
              </a:defRPr>
            </a:lvl3pPr>
            <a:lvl4pPr lvl="3">
              <a:lnSpc>
                <a:spcPct val="65000"/>
              </a:lnSpc>
              <a:spcBef>
                <a:spcPts val="0"/>
              </a:spcBef>
              <a:spcAft>
                <a:spcPts val="0"/>
              </a:spcAft>
              <a:buClr>
                <a:schemeClr val="lt1"/>
              </a:buClr>
              <a:buSzPts val="5400"/>
              <a:buNone/>
              <a:defRPr sz="5400">
                <a:solidFill>
                  <a:schemeClr val="lt1"/>
                </a:solidFill>
              </a:defRPr>
            </a:lvl4pPr>
            <a:lvl5pPr lvl="4">
              <a:lnSpc>
                <a:spcPct val="65000"/>
              </a:lnSpc>
              <a:spcBef>
                <a:spcPts val="0"/>
              </a:spcBef>
              <a:spcAft>
                <a:spcPts val="0"/>
              </a:spcAft>
              <a:buClr>
                <a:schemeClr val="lt1"/>
              </a:buClr>
              <a:buSzPts val="5400"/>
              <a:buNone/>
              <a:defRPr sz="5400">
                <a:solidFill>
                  <a:schemeClr val="lt1"/>
                </a:solidFill>
              </a:defRPr>
            </a:lvl5pPr>
            <a:lvl6pPr lvl="5">
              <a:lnSpc>
                <a:spcPct val="65000"/>
              </a:lnSpc>
              <a:spcBef>
                <a:spcPts val="0"/>
              </a:spcBef>
              <a:spcAft>
                <a:spcPts val="0"/>
              </a:spcAft>
              <a:buClr>
                <a:schemeClr val="lt1"/>
              </a:buClr>
              <a:buSzPts val="5400"/>
              <a:buNone/>
              <a:defRPr sz="5400">
                <a:solidFill>
                  <a:schemeClr val="lt1"/>
                </a:solidFill>
              </a:defRPr>
            </a:lvl6pPr>
            <a:lvl7pPr lvl="6">
              <a:lnSpc>
                <a:spcPct val="65000"/>
              </a:lnSpc>
              <a:spcBef>
                <a:spcPts val="0"/>
              </a:spcBef>
              <a:spcAft>
                <a:spcPts val="0"/>
              </a:spcAft>
              <a:buClr>
                <a:schemeClr val="lt1"/>
              </a:buClr>
              <a:buSzPts val="5400"/>
              <a:buNone/>
              <a:defRPr sz="5400">
                <a:solidFill>
                  <a:schemeClr val="lt1"/>
                </a:solidFill>
              </a:defRPr>
            </a:lvl7pPr>
            <a:lvl8pPr lvl="7">
              <a:lnSpc>
                <a:spcPct val="65000"/>
              </a:lnSpc>
              <a:spcBef>
                <a:spcPts val="0"/>
              </a:spcBef>
              <a:spcAft>
                <a:spcPts val="0"/>
              </a:spcAft>
              <a:buClr>
                <a:schemeClr val="lt1"/>
              </a:buClr>
              <a:buSzPts val="5400"/>
              <a:buNone/>
              <a:defRPr sz="5400">
                <a:solidFill>
                  <a:schemeClr val="lt1"/>
                </a:solidFill>
              </a:defRPr>
            </a:lvl8pPr>
            <a:lvl9pPr lvl="8">
              <a:lnSpc>
                <a:spcPct val="65000"/>
              </a:lnSpc>
              <a:spcBef>
                <a:spcPts val="0"/>
              </a:spcBef>
              <a:spcAft>
                <a:spcPts val="0"/>
              </a:spcAft>
              <a:buClr>
                <a:schemeClr val="lt1"/>
              </a:buClr>
              <a:buSzPts val="5400"/>
              <a:buNone/>
              <a:defRPr sz="5400">
                <a:solidFill>
                  <a:schemeClr val="lt1"/>
                </a:solidFill>
              </a:defRPr>
            </a:lvl9pPr>
          </a:lstStyle>
          <a:p/>
        </p:txBody>
      </p:sp>
      <p:sp>
        <p:nvSpPr>
          <p:cNvPr id="574" name="Google Shape;574;p59"/>
          <p:cNvSpPr/>
          <p:nvPr>
            <p:ph idx="3" type="pic"/>
          </p:nvPr>
        </p:nvSpPr>
        <p:spPr>
          <a:xfrm>
            <a:off x="4235850" y="3600625"/>
            <a:ext cx="2494800" cy="1542900"/>
          </a:xfrm>
          <a:prstGeom prst="rect">
            <a:avLst/>
          </a:prstGeom>
          <a:noFill/>
          <a:ln>
            <a:noFill/>
          </a:ln>
        </p:spPr>
      </p:sp>
      <p:sp>
        <p:nvSpPr>
          <p:cNvPr id="575" name="Google Shape;575;p59"/>
          <p:cNvSpPr/>
          <p:nvPr>
            <p:ph idx="4" type="pic"/>
          </p:nvPr>
        </p:nvSpPr>
        <p:spPr>
          <a:xfrm>
            <a:off x="5748150" y="1121900"/>
            <a:ext cx="3395700" cy="2478600"/>
          </a:xfrm>
          <a:prstGeom prst="rect">
            <a:avLst/>
          </a:prstGeom>
          <a:noFill/>
          <a:ln>
            <a:noFill/>
          </a:ln>
        </p:spPr>
      </p:sp>
      <p:sp>
        <p:nvSpPr>
          <p:cNvPr id="576" name="Google Shape;576;p59"/>
          <p:cNvSpPr txBox="1"/>
          <p:nvPr>
            <p:ph idx="5" type="subTitle"/>
          </p:nvPr>
        </p:nvSpPr>
        <p:spPr>
          <a:xfrm>
            <a:off x="170300" y="1466475"/>
            <a:ext cx="3328200" cy="31722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1400"/>
              <a:buChar char="●"/>
              <a:defRPr sz="1400">
                <a:solidFill>
                  <a:schemeClr val="lt1"/>
                </a:solidFill>
              </a:defRPr>
            </a:lvl1pPr>
            <a:lvl2pPr lvl="1">
              <a:spcBef>
                <a:spcPts val="0"/>
              </a:spcBef>
              <a:spcAft>
                <a:spcPts val="0"/>
              </a:spcAft>
              <a:buClr>
                <a:schemeClr val="lt1"/>
              </a:buClr>
              <a:buSzPts val="1400"/>
              <a:buChar char="○"/>
              <a:defRPr>
                <a:solidFill>
                  <a:schemeClr val="lt1"/>
                </a:solidFill>
              </a:defRPr>
            </a:lvl2pPr>
            <a:lvl3pPr lvl="2">
              <a:spcBef>
                <a:spcPts val="0"/>
              </a:spcBef>
              <a:spcAft>
                <a:spcPts val="0"/>
              </a:spcAft>
              <a:buClr>
                <a:schemeClr val="lt1"/>
              </a:buClr>
              <a:buSzPts val="1400"/>
              <a:buChar char="■"/>
              <a:defRPr>
                <a:solidFill>
                  <a:schemeClr val="lt1"/>
                </a:solidFill>
              </a:defRPr>
            </a:lvl3pPr>
            <a:lvl4pPr lvl="3">
              <a:spcBef>
                <a:spcPts val="0"/>
              </a:spcBef>
              <a:spcAft>
                <a:spcPts val="0"/>
              </a:spcAft>
              <a:buClr>
                <a:schemeClr val="lt1"/>
              </a:buClr>
              <a:buSzPts val="1400"/>
              <a:buChar char="●"/>
              <a:defRPr>
                <a:solidFill>
                  <a:schemeClr val="lt1"/>
                </a:solidFill>
              </a:defRPr>
            </a:lvl4pPr>
            <a:lvl5pPr lvl="4">
              <a:spcBef>
                <a:spcPts val="0"/>
              </a:spcBef>
              <a:spcAft>
                <a:spcPts val="0"/>
              </a:spcAft>
              <a:buClr>
                <a:schemeClr val="lt1"/>
              </a:buClr>
              <a:buSzPts val="1400"/>
              <a:buChar char="○"/>
              <a:defRPr>
                <a:solidFill>
                  <a:schemeClr val="lt1"/>
                </a:solidFill>
              </a:defRPr>
            </a:lvl5pPr>
            <a:lvl6pPr lvl="5">
              <a:spcBef>
                <a:spcPts val="0"/>
              </a:spcBef>
              <a:spcAft>
                <a:spcPts val="0"/>
              </a:spcAft>
              <a:buClr>
                <a:schemeClr val="lt1"/>
              </a:buClr>
              <a:buSzPts val="1400"/>
              <a:buChar char="■"/>
              <a:defRPr>
                <a:solidFill>
                  <a:schemeClr val="lt1"/>
                </a:solidFill>
              </a:defRPr>
            </a:lvl6pPr>
            <a:lvl7pPr lvl="6">
              <a:spcBef>
                <a:spcPts val="0"/>
              </a:spcBef>
              <a:spcAft>
                <a:spcPts val="0"/>
              </a:spcAft>
              <a:buClr>
                <a:schemeClr val="lt1"/>
              </a:buClr>
              <a:buSzPts val="1400"/>
              <a:buChar char="●"/>
              <a:defRPr>
                <a:solidFill>
                  <a:schemeClr val="lt1"/>
                </a:solidFill>
              </a:defRPr>
            </a:lvl7pPr>
            <a:lvl8pPr lvl="7">
              <a:spcBef>
                <a:spcPts val="0"/>
              </a:spcBef>
              <a:spcAft>
                <a:spcPts val="0"/>
              </a:spcAft>
              <a:buClr>
                <a:schemeClr val="lt1"/>
              </a:buClr>
              <a:buSzPts val="1400"/>
              <a:buChar char="○"/>
              <a:defRPr>
                <a:solidFill>
                  <a:schemeClr val="lt1"/>
                </a:solidFill>
              </a:defRPr>
            </a:lvl8pPr>
            <a:lvl9pPr lvl="8">
              <a:spcBef>
                <a:spcPts val="0"/>
              </a:spcBef>
              <a:spcAft>
                <a:spcPts val="0"/>
              </a:spcAft>
              <a:buClr>
                <a:schemeClr val="lt1"/>
              </a:buClr>
              <a:buSzPts val="1400"/>
              <a:buChar char="■"/>
              <a:defRPr>
                <a:solidFill>
                  <a:schemeClr val="lt1"/>
                </a:solidFill>
              </a:defRPr>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ighlights">
  <p:cSld name="TITLE_2_2">
    <p:bg>
      <p:bgPr>
        <a:solidFill>
          <a:schemeClr val="lt1"/>
        </a:solidFill>
      </p:bgPr>
    </p:bg>
    <p:spTree>
      <p:nvGrpSpPr>
        <p:cNvPr id="577" name="Shape 577"/>
        <p:cNvGrpSpPr/>
        <p:nvPr/>
      </p:nvGrpSpPr>
      <p:grpSpPr>
        <a:xfrm>
          <a:off x="0" y="0"/>
          <a:ext cx="0" cy="0"/>
          <a:chOff x="0" y="0"/>
          <a:chExt cx="0" cy="0"/>
        </a:xfrm>
      </p:grpSpPr>
      <p:sp>
        <p:nvSpPr>
          <p:cNvPr id="578" name="Google Shape;578;p60"/>
          <p:cNvSpPr/>
          <p:nvPr>
            <p:ph idx="2" type="pic"/>
          </p:nvPr>
        </p:nvSpPr>
        <p:spPr>
          <a:xfrm>
            <a:off x="5751600" y="1419575"/>
            <a:ext cx="2234700" cy="824400"/>
          </a:xfrm>
          <a:prstGeom prst="rect">
            <a:avLst/>
          </a:prstGeom>
          <a:noFill/>
          <a:ln>
            <a:noFill/>
          </a:ln>
        </p:spPr>
      </p:sp>
      <p:sp>
        <p:nvSpPr>
          <p:cNvPr id="579" name="Google Shape;579;p60"/>
          <p:cNvSpPr/>
          <p:nvPr>
            <p:ph idx="3" type="pic"/>
          </p:nvPr>
        </p:nvSpPr>
        <p:spPr>
          <a:xfrm>
            <a:off x="3516900" y="1419525"/>
            <a:ext cx="2234700" cy="824400"/>
          </a:xfrm>
          <a:prstGeom prst="rect">
            <a:avLst/>
          </a:prstGeom>
          <a:noFill/>
          <a:ln>
            <a:noFill/>
          </a:ln>
        </p:spPr>
      </p:sp>
      <p:sp>
        <p:nvSpPr>
          <p:cNvPr id="580" name="Google Shape;580;p60"/>
          <p:cNvSpPr/>
          <p:nvPr>
            <p:ph idx="4" type="pic"/>
          </p:nvPr>
        </p:nvSpPr>
        <p:spPr>
          <a:xfrm>
            <a:off x="1282250" y="1419575"/>
            <a:ext cx="2234700" cy="824400"/>
          </a:xfrm>
          <a:prstGeom prst="rect">
            <a:avLst/>
          </a:prstGeom>
          <a:noFill/>
          <a:ln>
            <a:noFill/>
          </a:ln>
        </p:spPr>
      </p:sp>
      <p:sp>
        <p:nvSpPr>
          <p:cNvPr id="581" name="Google Shape;581;p60"/>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582" name="Google Shape;582;p60"/>
          <p:cNvSpPr txBox="1"/>
          <p:nvPr>
            <p:ph idx="5" type="subTitle"/>
          </p:nvPr>
        </p:nvSpPr>
        <p:spPr>
          <a:xfrm>
            <a:off x="6207450" y="22625"/>
            <a:ext cx="2800800" cy="228600"/>
          </a:xfrm>
          <a:prstGeom prst="rect">
            <a:avLst/>
          </a:prstGeom>
        </p:spPr>
        <p:txBody>
          <a:bodyPr anchorCtr="0" anchor="t" bIns="91425" lIns="0" spcFirstLastPara="1" rIns="91425" wrap="square" tIns="91425">
            <a:noAutofit/>
          </a:bodyPr>
          <a:lstStyle>
            <a:lvl1pPr lvl="0" algn="r">
              <a:spcBef>
                <a:spcPts val="0"/>
              </a:spcBef>
              <a:spcAft>
                <a:spcPts val="0"/>
              </a:spcAft>
              <a:buSzPts val="900"/>
              <a:buNone/>
              <a:defRPr sz="900"/>
            </a:lvl1pPr>
            <a:lvl2pPr lvl="1" algn="r">
              <a:spcBef>
                <a:spcPts val="0"/>
              </a:spcBef>
              <a:spcAft>
                <a:spcPts val="0"/>
              </a:spcAft>
              <a:buClr>
                <a:schemeClr val="dk1"/>
              </a:buClr>
              <a:buSzPts val="900"/>
              <a:buFont typeface="Familjen Grotesk"/>
              <a:buNone/>
              <a:defRPr sz="900">
                <a:solidFill>
                  <a:schemeClr val="dk1"/>
                </a:solidFill>
              </a:defRPr>
            </a:lvl2pPr>
            <a:lvl3pPr lvl="2" algn="r">
              <a:spcBef>
                <a:spcPts val="0"/>
              </a:spcBef>
              <a:spcAft>
                <a:spcPts val="0"/>
              </a:spcAft>
              <a:buClr>
                <a:schemeClr val="dk1"/>
              </a:buClr>
              <a:buSzPts val="900"/>
              <a:buFont typeface="Familjen Grotesk"/>
              <a:buNone/>
              <a:defRPr sz="900">
                <a:solidFill>
                  <a:schemeClr val="dk1"/>
                </a:solidFill>
              </a:defRPr>
            </a:lvl3pPr>
            <a:lvl4pPr lvl="3" algn="r">
              <a:spcBef>
                <a:spcPts val="0"/>
              </a:spcBef>
              <a:spcAft>
                <a:spcPts val="0"/>
              </a:spcAft>
              <a:buClr>
                <a:schemeClr val="dk1"/>
              </a:buClr>
              <a:buSzPts val="900"/>
              <a:buFont typeface="Familjen Grotesk"/>
              <a:buNone/>
              <a:defRPr sz="900">
                <a:solidFill>
                  <a:schemeClr val="dk1"/>
                </a:solidFill>
              </a:defRPr>
            </a:lvl4pPr>
            <a:lvl5pPr lvl="4" algn="r">
              <a:spcBef>
                <a:spcPts val="0"/>
              </a:spcBef>
              <a:spcAft>
                <a:spcPts val="0"/>
              </a:spcAft>
              <a:buClr>
                <a:schemeClr val="dk1"/>
              </a:buClr>
              <a:buSzPts val="900"/>
              <a:buFont typeface="Familjen Grotesk"/>
              <a:buNone/>
              <a:defRPr sz="900">
                <a:solidFill>
                  <a:schemeClr val="dk1"/>
                </a:solidFill>
              </a:defRPr>
            </a:lvl5pPr>
            <a:lvl6pPr lvl="5" algn="r">
              <a:spcBef>
                <a:spcPts val="0"/>
              </a:spcBef>
              <a:spcAft>
                <a:spcPts val="0"/>
              </a:spcAft>
              <a:buClr>
                <a:schemeClr val="dk1"/>
              </a:buClr>
              <a:buSzPts val="900"/>
              <a:buFont typeface="Familjen Grotesk"/>
              <a:buNone/>
              <a:defRPr sz="900">
                <a:solidFill>
                  <a:schemeClr val="dk1"/>
                </a:solidFill>
              </a:defRPr>
            </a:lvl6pPr>
            <a:lvl7pPr lvl="6" algn="r">
              <a:spcBef>
                <a:spcPts val="0"/>
              </a:spcBef>
              <a:spcAft>
                <a:spcPts val="0"/>
              </a:spcAft>
              <a:buClr>
                <a:schemeClr val="dk1"/>
              </a:buClr>
              <a:buSzPts val="900"/>
              <a:buFont typeface="Familjen Grotesk"/>
              <a:buNone/>
              <a:defRPr sz="900">
                <a:solidFill>
                  <a:schemeClr val="dk1"/>
                </a:solidFill>
              </a:defRPr>
            </a:lvl7pPr>
            <a:lvl8pPr lvl="7" algn="r">
              <a:spcBef>
                <a:spcPts val="0"/>
              </a:spcBef>
              <a:spcAft>
                <a:spcPts val="0"/>
              </a:spcAft>
              <a:buClr>
                <a:schemeClr val="dk1"/>
              </a:buClr>
              <a:buSzPts val="900"/>
              <a:buFont typeface="Familjen Grotesk"/>
              <a:buNone/>
              <a:defRPr sz="900">
                <a:solidFill>
                  <a:schemeClr val="dk1"/>
                </a:solidFill>
              </a:defRPr>
            </a:lvl8pPr>
            <a:lvl9pPr lvl="8" algn="r">
              <a:spcBef>
                <a:spcPts val="0"/>
              </a:spcBef>
              <a:spcAft>
                <a:spcPts val="0"/>
              </a:spcAft>
              <a:buClr>
                <a:schemeClr val="dk1"/>
              </a:buClr>
              <a:buSzPts val="900"/>
              <a:buFont typeface="Familjen Grotesk"/>
              <a:buNone/>
              <a:defRPr sz="900">
                <a:solidFill>
                  <a:schemeClr val="dk1"/>
                </a:solidFill>
              </a:defRPr>
            </a:lvl9pPr>
          </a:lstStyle>
          <a:p/>
        </p:txBody>
      </p:sp>
      <p:sp>
        <p:nvSpPr>
          <p:cNvPr id="583" name="Google Shape;583;p60"/>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584" name="Google Shape;584;p60"/>
          <p:cNvSpPr txBox="1"/>
          <p:nvPr>
            <p:ph type="title"/>
          </p:nvPr>
        </p:nvSpPr>
        <p:spPr>
          <a:xfrm>
            <a:off x="73152" y="340625"/>
            <a:ext cx="89538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Clr>
                <a:schemeClr val="accent2"/>
              </a:buClr>
              <a:buSzPts val="5600"/>
              <a:buNone/>
              <a:defRPr sz="5600">
                <a:solidFill>
                  <a:schemeClr val="accent2"/>
                </a:solidFill>
              </a:defRPr>
            </a:lvl1pPr>
            <a:lvl2pPr lvl="1">
              <a:lnSpc>
                <a:spcPct val="65000"/>
              </a:lnSpc>
              <a:spcBef>
                <a:spcPts val="0"/>
              </a:spcBef>
              <a:spcAft>
                <a:spcPts val="0"/>
              </a:spcAft>
              <a:buClr>
                <a:schemeClr val="accent2"/>
              </a:buClr>
              <a:buSzPts val="5400"/>
              <a:buNone/>
              <a:defRPr sz="5400">
                <a:solidFill>
                  <a:schemeClr val="accent2"/>
                </a:solidFill>
              </a:defRPr>
            </a:lvl2pPr>
            <a:lvl3pPr lvl="2">
              <a:lnSpc>
                <a:spcPct val="65000"/>
              </a:lnSpc>
              <a:spcBef>
                <a:spcPts val="0"/>
              </a:spcBef>
              <a:spcAft>
                <a:spcPts val="0"/>
              </a:spcAft>
              <a:buClr>
                <a:schemeClr val="accent2"/>
              </a:buClr>
              <a:buSzPts val="5400"/>
              <a:buNone/>
              <a:defRPr sz="5400">
                <a:solidFill>
                  <a:schemeClr val="accent2"/>
                </a:solidFill>
              </a:defRPr>
            </a:lvl3pPr>
            <a:lvl4pPr lvl="3">
              <a:lnSpc>
                <a:spcPct val="65000"/>
              </a:lnSpc>
              <a:spcBef>
                <a:spcPts val="0"/>
              </a:spcBef>
              <a:spcAft>
                <a:spcPts val="0"/>
              </a:spcAft>
              <a:buClr>
                <a:schemeClr val="accent2"/>
              </a:buClr>
              <a:buSzPts val="5400"/>
              <a:buNone/>
              <a:defRPr sz="5400">
                <a:solidFill>
                  <a:schemeClr val="accent2"/>
                </a:solidFill>
              </a:defRPr>
            </a:lvl4pPr>
            <a:lvl5pPr lvl="4">
              <a:lnSpc>
                <a:spcPct val="65000"/>
              </a:lnSpc>
              <a:spcBef>
                <a:spcPts val="0"/>
              </a:spcBef>
              <a:spcAft>
                <a:spcPts val="0"/>
              </a:spcAft>
              <a:buClr>
                <a:schemeClr val="accent2"/>
              </a:buClr>
              <a:buSzPts val="5400"/>
              <a:buNone/>
              <a:defRPr sz="5400">
                <a:solidFill>
                  <a:schemeClr val="accent2"/>
                </a:solidFill>
              </a:defRPr>
            </a:lvl5pPr>
            <a:lvl6pPr lvl="5">
              <a:lnSpc>
                <a:spcPct val="65000"/>
              </a:lnSpc>
              <a:spcBef>
                <a:spcPts val="0"/>
              </a:spcBef>
              <a:spcAft>
                <a:spcPts val="0"/>
              </a:spcAft>
              <a:buClr>
                <a:schemeClr val="accent2"/>
              </a:buClr>
              <a:buSzPts val="5400"/>
              <a:buNone/>
              <a:defRPr sz="5400">
                <a:solidFill>
                  <a:schemeClr val="accent2"/>
                </a:solidFill>
              </a:defRPr>
            </a:lvl6pPr>
            <a:lvl7pPr lvl="6">
              <a:lnSpc>
                <a:spcPct val="65000"/>
              </a:lnSpc>
              <a:spcBef>
                <a:spcPts val="0"/>
              </a:spcBef>
              <a:spcAft>
                <a:spcPts val="0"/>
              </a:spcAft>
              <a:buClr>
                <a:schemeClr val="accent2"/>
              </a:buClr>
              <a:buSzPts val="5400"/>
              <a:buNone/>
              <a:defRPr sz="5400">
                <a:solidFill>
                  <a:schemeClr val="accent2"/>
                </a:solidFill>
              </a:defRPr>
            </a:lvl7pPr>
            <a:lvl8pPr lvl="7">
              <a:lnSpc>
                <a:spcPct val="65000"/>
              </a:lnSpc>
              <a:spcBef>
                <a:spcPts val="0"/>
              </a:spcBef>
              <a:spcAft>
                <a:spcPts val="0"/>
              </a:spcAft>
              <a:buClr>
                <a:schemeClr val="accent2"/>
              </a:buClr>
              <a:buSzPts val="5400"/>
              <a:buNone/>
              <a:defRPr sz="5400">
                <a:solidFill>
                  <a:schemeClr val="accent2"/>
                </a:solidFill>
              </a:defRPr>
            </a:lvl8pPr>
            <a:lvl9pPr lvl="8">
              <a:lnSpc>
                <a:spcPct val="65000"/>
              </a:lnSpc>
              <a:spcBef>
                <a:spcPts val="0"/>
              </a:spcBef>
              <a:spcAft>
                <a:spcPts val="0"/>
              </a:spcAft>
              <a:buClr>
                <a:schemeClr val="accent2"/>
              </a:buClr>
              <a:buSzPts val="5400"/>
              <a:buNone/>
              <a:defRPr sz="5400">
                <a:solidFill>
                  <a:schemeClr val="accent2"/>
                </a:solidFill>
              </a:defRPr>
            </a:lvl9pPr>
          </a:lstStyle>
          <a:p/>
        </p:txBody>
      </p:sp>
      <p:sp>
        <p:nvSpPr>
          <p:cNvPr id="585" name="Google Shape;585;p60"/>
          <p:cNvSpPr/>
          <p:nvPr/>
        </p:nvSpPr>
        <p:spPr>
          <a:xfrm>
            <a:off x="1282200" y="2243875"/>
            <a:ext cx="2234700" cy="246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86" name="Google Shape;586;p60"/>
          <p:cNvSpPr/>
          <p:nvPr/>
        </p:nvSpPr>
        <p:spPr>
          <a:xfrm>
            <a:off x="3516900" y="2243875"/>
            <a:ext cx="2234700" cy="24636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87" name="Google Shape;587;p60"/>
          <p:cNvSpPr/>
          <p:nvPr/>
        </p:nvSpPr>
        <p:spPr>
          <a:xfrm>
            <a:off x="5751600" y="2243875"/>
            <a:ext cx="2234700" cy="2463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Spectral"/>
              <a:ea typeface="Spectral"/>
              <a:cs typeface="Spectral"/>
              <a:sym typeface="Spectral"/>
            </a:endParaRPr>
          </a:p>
        </p:txBody>
      </p:sp>
      <p:sp>
        <p:nvSpPr>
          <p:cNvPr id="588" name="Google Shape;588;p60"/>
          <p:cNvSpPr txBox="1"/>
          <p:nvPr>
            <p:ph idx="6" type="subTitle"/>
          </p:nvPr>
        </p:nvSpPr>
        <p:spPr>
          <a:xfrm>
            <a:off x="1363375" y="2273875"/>
            <a:ext cx="2025300" cy="5838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589" name="Google Shape;589;p60"/>
          <p:cNvSpPr txBox="1"/>
          <p:nvPr>
            <p:ph idx="7" type="subTitle"/>
          </p:nvPr>
        </p:nvSpPr>
        <p:spPr>
          <a:xfrm>
            <a:off x="1363375" y="2677184"/>
            <a:ext cx="2025300" cy="12474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590" name="Google Shape;590;p60"/>
          <p:cNvSpPr txBox="1"/>
          <p:nvPr>
            <p:ph idx="8" type="subTitle"/>
          </p:nvPr>
        </p:nvSpPr>
        <p:spPr>
          <a:xfrm>
            <a:off x="3621600" y="2273875"/>
            <a:ext cx="2025300" cy="5838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591" name="Google Shape;591;p60"/>
          <p:cNvSpPr txBox="1"/>
          <p:nvPr>
            <p:ph idx="9" type="subTitle"/>
          </p:nvPr>
        </p:nvSpPr>
        <p:spPr>
          <a:xfrm>
            <a:off x="3621600" y="2677184"/>
            <a:ext cx="2025300" cy="12474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592" name="Google Shape;592;p60"/>
          <p:cNvSpPr txBox="1"/>
          <p:nvPr>
            <p:ph idx="13" type="subTitle"/>
          </p:nvPr>
        </p:nvSpPr>
        <p:spPr>
          <a:xfrm>
            <a:off x="5879825" y="2273875"/>
            <a:ext cx="2025300" cy="583800"/>
          </a:xfrm>
          <a:prstGeom prst="rect">
            <a:avLst/>
          </a:prstGeom>
        </p:spPr>
        <p:txBody>
          <a:bodyPr anchorCtr="0" anchor="t" bIns="91425" lIns="91425" spcFirstLastPara="1" rIns="91425" wrap="square" tIns="91425">
            <a:noAutofit/>
          </a:bodyPr>
          <a:lstStyle>
            <a:lvl1pPr lvl="0">
              <a:spcBef>
                <a:spcPts val="0"/>
              </a:spcBef>
              <a:spcAft>
                <a:spcPts val="0"/>
              </a:spcAft>
              <a:buSzPts val="1800"/>
              <a:buNone/>
              <a:defRPr b="1" sz="1800"/>
            </a:lvl1pPr>
            <a:lvl2pPr lvl="1">
              <a:spcBef>
                <a:spcPts val="0"/>
              </a:spcBef>
              <a:spcAft>
                <a:spcPts val="0"/>
              </a:spcAft>
              <a:buClr>
                <a:schemeClr val="dk1"/>
              </a:buClr>
              <a:buSzPts val="1800"/>
              <a:buNone/>
              <a:defRPr sz="1800">
                <a:solidFill>
                  <a:schemeClr val="dk1"/>
                </a:solidFill>
              </a:defRPr>
            </a:lvl2pPr>
            <a:lvl3pPr lvl="2">
              <a:spcBef>
                <a:spcPts val="0"/>
              </a:spcBef>
              <a:spcAft>
                <a:spcPts val="0"/>
              </a:spcAft>
              <a:buClr>
                <a:schemeClr val="dk1"/>
              </a:buClr>
              <a:buSzPts val="1800"/>
              <a:buNone/>
              <a:defRPr sz="1800">
                <a:solidFill>
                  <a:schemeClr val="dk1"/>
                </a:solidFill>
              </a:defRPr>
            </a:lvl3pPr>
            <a:lvl4pPr lvl="3">
              <a:spcBef>
                <a:spcPts val="0"/>
              </a:spcBef>
              <a:spcAft>
                <a:spcPts val="0"/>
              </a:spcAft>
              <a:buClr>
                <a:schemeClr val="dk1"/>
              </a:buClr>
              <a:buSzPts val="1800"/>
              <a:buNone/>
              <a:defRPr sz="1800">
                <a:solidFill>
                  <a:schemeClr val="dk1"/>
                </a:solidFill>
              </a:defRPr>
            </a:lvl4pPr>
            <a:lvl5pPr lvl="4">
              <a:spcBef>
                <a:spcPts val="0"/>
              </a:spcBef>
              <a:spcAft>
                <a:spcPts val="0"/>
              </a:spcAft>
              <a:buClr>
                <a:schemeClr val="dk1"/>
              </a:buClr>
              <a:buSzPts val="1800"/>
              <a:buNone/>
              <a:defRPr sz="1800">
                <a:solidFill>
                  <a:schemeClr val="dk1"/>
                </a:solidFill>
              </a:defRPr>
            </a:lvl5pPr>
            <a:lvl6pPr lvl="5">
              <a:spcBef>
                <a:spcPts val="0"/>
              </a:spcBef>
              <a:spcAft>
                <a:spcPts val="0"/>
              </a:spcAft>
              <a:buClr>
                <a:schemeClr val="dk1"/>
              </a:buClr>
              <a:buSzPts val="1800"/>
              <a:buNone/>
              <a:defRPr sz="1800">
                <a:solidFill>
                  <a:schemeClr val="dk1"/>
                </a:solidFill>
              </a:defRPr>
            </a:lvl6pPr>
            <a:lvl7pPr lvl="6">
              <a:spcBef>
                <a:spcPts val="0"/>
              </a:spcBef>
              <a:spcAft>
                <a:spcPts val="0"/>
              </a:spcAft>
              <a:buClr>
                <a:schemeClr val="dk1"/>
              </a:buClr>
              <a:buSzPts val="1800"/>
              <a:buNone/>
              <a:defRPr sz="1800">
                <a:solidFill>
                  <a:schemeClr val="dk1"/>
                </a:solidFill>
              </a:defRPr>
            </a:lvl7pPr>
            <a:lvl8pPr lvl="7">
              <a:spcBef>
                <a:spcPts val="0"/>
              </a:spcBef>
              <a:spcAft>
                <a:spcPts val="0"/>
              </a:spcAft>
              <a:buClr>
                <a:schemeClr val="dk1"/>
              </a:buClr>
              <a:buSzPts val="1800"/>
              <a:buNone/>
              <a:defRPr sz="1800">
                <a:solidFill>
                  <a:schemeClr val="dk1"/>
                </a:solidFill>
              </a:defRPr>
            </a:lvl8pPr>
            <a:lvl9pPr lvl="8">
              <a:spcBef>
                <a:spcPts val="0"/>
              </a:spcBef>
              <a:spcAft>
                <a:spcPts val="0"/>
              </a:spcAft>
              <a:buClr>
                <a:schemeClr val="dk1"/>
              </a:buClr>
              <a:buSzPts val="1800"/>
              <a:buNone/>
              <a:defRPr sz="1800">
                <a:solidFill>
                  <a:schemeClr val="dk1"/>
                </a:solidFill>
              </a:defRPr>
            </a:lvl9pPr>
          </a:lstStyle>
          <a:p/>
        </p:txBody>
      </p:sp>
      <p:sp>
        <p:nvSpPr>
          <p:cNvPr id="593" name="Google Shape;593;p60"/>
          <p:cNvSpPr txBox="1"/>
          <p:nvPr>
            <p:ph idx="14" type="subTitle"/>
          </p:nvPr>
        </p:nvSpPr>
        <p:spPr>
          <a:xfrm>
            <a:off x="5879825" y="2677184"/>
            <a:ext cx="2025300" cy="1247400"/>
          </a:xfrm>
          <a:prstGeom prst="rect">
            <a:avLst/>
          </a:prstGeom>
        </p:spPr>
        <p:txBody>
          <a:bodyPr anchorCtr="0" anchor="t" bIns="91425" lIns="91425"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ITLE_2_1_2_1">
    <p:bg>
      <p:bgPr>
        <a:solidFill>
          <a:schemeClr val="lt2"/>
        </a:solidFill>
      </p:bgPr>
    </p:bg>
    <p:spTree>
      <p:nvGrpSpPr>
        <p:cNvPr id="594" name="Shape 594"/>
        <p:cNvGrpSpPr/>
        <p:nvPr/>
      </p:nvGrpSpPr>
      <p:grpSpPr>
        <a:xfrm>
          <a:off x="0" y="0"/>
          <a:ext cx="0" cy="0"/>
          <a:chOff x="0" y="0"/>
          <a:chExt cx="0" cy="0"/>
        </a:xfrm>
      </p:grpSpPr>
      <p:sp>
        <p:nvSpPr>
          <p:cNvPr id="595" name="Google Shape;595;p61"/>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596" name="Google Shape;596;p61"/>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597" name="Google Shape;597;p61"/>
          <p:cNvSpPr txBox="1"/>
          <p:nvPr>
            <p:ph type="title"/>
          </p:nvPr>
        </p:nvSpPr>
        <p:spPr>
          <a:xfrm>
            <a:off x="73151" y="340625"/>
            <a:ext cx="3747300" cy="905100"/>
          </a:xfrm>
          <a:prstGeom prst="rect">
            <a:avLst/>
          </a:prstGeom>
        </p:spPr>
        <p:txBody>
          <a:bodyPr anchorCtr="0" anchor="t" bIns="91425" lIns="91425" spcFirstLastPara="1" rIns="91425" wrap="square" tIns="91425">
            <a:noAutofit/>
          </a:bodyPr>
          <a:lstStyle>
            <a:lvl1pPr lvl="0">
              <a:lnSpc>
                <a:spcPct val="65000"/>
              </a:lnSpc>
              <a:spcBef>
                <a:spcPts val="0"/>
              </a:spcBef>
              <a:spcAft>
                <a:spcPts val="0"/>
              </a:spcAft>
              <a:buSzPts val="5600"/>
              <a:buNone/>
              <a:defRPr sz="5600"/>
            </a:lvl1pPr>
            <a:lvl2pPr lvl="1">
              <a:lnSpc>
                <a:spcPct val="65000"/>
              </a:lnSpc>
              <a:spcBef>
                <a:spcPts val="0"/>
              </a:spcBef>
              <a:spcAft>
                <a:spcPts val="0"/>
              </a:spcAft>
              <a:buSzPts val="5400"/>
              <a:buNone/>
              <a:defRPr sz="5400"/>
            </a:lvl2pPr>
            <a:lvl3pPr lvl="2">
              <a:lnSpc>
                <a:spcPct val="65000"/>
              </a:lnSpc>
              <a:spcBef>
                <a:spcPts val="0"/>
              </a:spcBef>
              <a:spcAft>
                <a:spcPts val="0"/>
              </a:spcAft>
              <a:buSzPts val="5400"/>
              <a:buNone/>
              <a:defRPr sz="5400"/>
            </a:lvl3pPr>
            <a:lvl4pPr lvl="3">
              <a:lnSpc>
                <a:spcPct val="65000"/>
              </a:lnSpc>
              <a:spcBef>
                <a:spcPts val="0"/>
              </a:spcBef>
              <a:spcAft>
                <a:spcPts val="0"/>
              </a:spcAft>
              <a:buSzPts val="5400"/>
              <a:buNone/>
              <a:defRPr sz="5400"/>
            </a:lvl4pPr>
            <a:lvl5pPr lvl="4">
              <a:lnSpc>
                <a:spcPct val="65000"/>
              </a:lnSpc>
              <a:spcBef>
                <a:spcPts val="0"/>
              </a:spcBef>
              <a:spcAft>
                <a:spcPts val="0"/>
              </a:spcAft>
              <a:buSzPts val="5400"/>
              <a:buNone/>
              <a:defRPr sz="5400"/>
            </a:lvl5pPr>
            <a:lvl6pPr lvl="5">
              <a:lnSpc>
                <a:spcPct val="65000"/>
              </a:lnSpc>
              <a:spcBef>
                <a:spcPts val="0"/>
              </a:spcBef>
              <a:spcAft>
                <a:spcPts val="0"/>
              </a:spcAft>
              <a:buSzPts val="5400"/>
              <a:buNone/>
              <a:defRPr sz="5400"/>
            </a:lvl6pPr>
            <a:lvl7pPr lvl="6">
              <a:lnSpc>
                <a:spcPct val="65000"/>
              </a:lnSpc>
              <a:spcBef>
                <a:spcPts val="0"/>
              </a:spcBef>
              <a:spcAft>
                <a:spcPts val="0"/>
              </a:spcAft>
              <a:buSzPts val="5400"/>
              <a:buNone/>
              <a:defRPr sz="5400"/>
            </a:lvl7pPr>
            <a:lvl8pPr lvl="7">
              <a:lnSpc>
                <a:spcPct val="65000"/>
              </a:lnSpc>
              <a:spcBef>
                <a:spcPts val="0"/>
              </a:spcBef>
              <a:spcAft>
                <a:spcPts val="0"/>
              </a:spcAft>
              <a:buSzPts val="5400"/>
              <a:buNone/>
              <a:defRPr sz="5400"/>
            </a:lvl8pPr>
            <a:lvl9pPr lvl="8">
              <a:lnSpc>
                <a:spcPct val="65000"/>
              </a:lnSpc>
              <a:spcBef>
                <a:spcPts val="0"/>
              </a:spcBef>
              <a:spcAft>
                <a:spcPts val="0"/>
              </a:spcAft>
              <a:buSzPts val="5400"/>
              <a:buNone/>
              <a:defRPr sz="5400"/>
            </a:lvl9pPr>
          </a:lstStyle>
          <a:p/>
        </p:txBody>
      </p:sp>
      <p:sp>
        <p:nvSpPr>
          <p:cNvPr id="598" name="Google Shape;598;p61"/>
          <p:cNvSpPr/>
          <p:nvPr>
            <p:ph idx="2" type="pic"/>
          </p:nvPr>
        </p:nvSpPr>
        <p:spPr>
          <a:xfrm>
            <a:off x="0" y="2771225"/>
            <a:ext cx="2824800" cy="1885500"/>
          </a:xfrm>
          <a:prstGeom prst="rect">
            <a:avLst/>
          </a:prstGeom>
          <a:noFill/>
          <a:ln>
            <a:noFill/>
          </a:ln>
        </p:spPr>
      </p:sp>
      <p:sp>
        <p:nvSpPr>
          <p:cNvPr id="599" name="Google Shape;599;p61"/>
          <p:cNvSpPr/>
          <p:nvPr>
            <p:ph idx="3" type="pic"/>
          </p:nvPr>
        </p:nvSpPr>
        <p:spPr>
          <a:xfrm>
            <a:off x="2824800" y="2015675"/>
            <a:ext cx="2893800" cy="1930200"/>
          </a:xfrm>
          <a:prstGeom prst="rect">
            <a:avLst/>
          </a:prstGeom>
          <a:noFill/>
          <a:ln>
            <a:noFill/>
          </a:ln>
        </p:spPr>
      </p:sp>
      <p:sp>
        <p:nvSpPr>
          <p:cNvPr id="600" name="Google Shape;600;p61"/>
          <p:cNvSpPr/>
          <p:nvPr>
            <p:ph idx="4" type="pic"/>
          </p:nvPr>
        </p:nvSpPr>
        <p:spPr>
          <a:xfrm>
            <a:off x="5718550" y="2610550"/>
            <a:ext cx="2961300" cy="1973700"/>
          </a:xfrm>
          <a:prstGeom prst="rect">
            <a:avLst/>
          </a:prstGeom>
          <a:noFill/>
          <a:ln>
            <a:noFill/>
          </a:ln>
        </p:spPr>
      </p:sp>
      <p:sp>
        <p:nvSpPr>
          <p:cNvPr id="601" name="Google Shape;601;p61"/>
          <p:cNvSpPr/>
          <p:nvPr>
            <p:ph idx="5" type="pic"/>
          </p:nvPr>
        </p:nvSpPr>
        <p:spPr>
          <a:xfrm>
            <a:off x="5718650" y="0"/>
            <a:ext cx="3425400" cy="2246100"/>
          </a:xfrm>
          <a:prstGeom prst="rect">
            <a:avLst/>
          </a:prstGeom>
          <a:noFill/>
          <a:ln>
            <a:noFill/>
          </a:ln>
        </p:spPr>
      </p:sp>
      <p:sp>
        <p:nvSpPr>
          <p:cNvPr id="602" name="Google Shape;602;p61"/>
          <p:cNvSpPr/>
          <p:nvPr>
            <p:ph idx="6" type="pic"/>
          </p:nvPr>
        </p:nvSpPr>
        <p:spPr>
          <a:xfrm>
            <a:off x="3820450" y="0"/>
            <a:ext cx="1898100" cy="1265100"/>
          </a:xfrm>
          <a:prstGeom prst="rect">
            <a:avLst/>
          </a:prstGeom>
          <a:noFill/>
          <a:ln>
            <a:noFill/>
          </a:ln>
        </p:spPr>
      </p:sp>
      <p:sp>
        <p:nvSpPr>
          <p:cNvPr id="603" name="Google Shape;603;p61"/>
          <p:cNvSpPr/>
          <p:nvPr>
            <p:ph idx="7" type="pic"/>
          </p:nvPr>
        </p:nvSpPr>
        <p:spPr>
          <a:xfrm>
            <a:off x="1768175" y="1006775"/>
            <a:ext cx="1056900" cy="1008900"/>
          </a:xfrm>
          <a:prstGeom prst="rect">
            <a:avLst/>
          </a:prstGeom>
          <a:noFill/>
          <a:ln>
            <a:noFill/>
          </a:ln>
        </p:spPr>
      </p:sp>
      <p:sp>
        <p:nvSpPr>
          <p:cNvPr id="604" name="Google Shape;604;p61"/>
          <p:cNvSpPr txBox="1"/>
          <p:nvPr>
            <p:ph idx="8" type="subTitle"/>
          </p:nvPr>
        </p:nvSpPr>
        <p:spPr>
          <a:xfrm>
            <a:off x="1771200" y="2057446"/>
            <a:ext cx="1056900" cy="3231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5" name="Google Shape;605;p61"/>
          <p:cNvSpPr txBox="1"/>
          <p:nvPr>
            <p:ph idx="9" type="subTitle"/>
          </p:nvPr>
        </p:nvSpPr>
        <p:spPr>
          <a:xfrm>
            <a:off x="2901125" y="3987842"/>
            <a:ext cx="1056900" cy="3231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6" name="Google Shape;606;p61"/>
          <p:cNvSpPr txBox="1"/>
          <p:nvPr>
            <p:ph idx="13" type="subTitle"/>
          </p:nvPr>
        </p:nvSpPr>
        <p:spPr>
          <a:xfrm>
            <a:off x="73150" y="4736976"/>
            <a:ext cx="1056900" cy="3231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7" name="Google Shape;607;p61"/>
          <p:cNvSpPr txBox="1"/>
          <p:nvPr>
            <p:ph idx="14" type="subTitle"/>
          </p:nvPr>
        </p:nvSpPr>
        <p:spPr>
          <a:xfrm>
            <a:off x="5718725" y="4656978"/>
            <a:ext cx="1056900" cy="3231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8" name="Google Shape;608;p61"/>
          <p:cNvSpPr txBox="1"/>
          <p:nvPr>
            <p:ph idx="15" type="subTitle"/>
          </p:nvPr>
        </p:nvSpPr>
        <p:spPr>
          <a:xfrm>
            <a:off x="5785025" y="2287438"/>
            <a:ext cx="1056900" cy="3231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9" name="Google Shape;609;p61"/>
          <p:cNvSpPr txBox="1"/>
          <p:nvPr>
            <p:ph idx="16" type="subTitle"/>
          </p:nvPr>
        </p:nvSpPr>
        <p:spPr>
          <a:xfrm>
            <a:off x="3820450" y="1302198"/>
            <a:ext cx="1056900" cy="323100"/>
          </a:xfrm>
          <a:prstGeom prst="rect">
            <a:avLst/>
          </a:prstGeom>
        </p:spPr>
        <p:txBody>
          <a:bodyPr anchorCtr="0" anchor="t" bIns="0" lIns="0" spcFirstLastPara="1" rIns="0" wrap="square" tIns="0">
            <a:noAutofit/>
          </a:bodyPr>
          <a:lstStyle>
            <a:lvl1pPr lvl="0">
              <a:spcBef>
                <a:spcPts val="0"/>
              </a:spcBef>
              <a:spcAft>
                <a:spcPts val="0"/>
              </a:spcAft>
              <a:buSzPts val="900"/>
              <a:buNone/>
              <a:defRPr sz="9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 You">
  <p:cSld name="TITLE_2_1_1_3">
    <p:bg>
      <p:bgPr>
        <a:solidFill>
          <a:schemeClr val="lt2"/>
        </a:solidFill>
      </p:bgPr>
    </p:bg>
    <p:spTree>
      <p:nvGrpSpPr>
        <p:cNvPr id="610" name="Shape 610"/>
        <p:cNvGrpSpPr/>
        <p:nvPr/>
      </p:nvGrpSpPr>
      <p:grpSpPr>
        <a:xfrm>
          <a:off x="0" y="0"/>
          <a:ext cx="0" cy="0"/>
          <a:chOff x="0" y="0"/>
          <a:chExt cx="0" cy="0"/>
        </a:xfrm>
      </p:grpSpPr>
      <p:sp>
        <p:nvSpPr>
          <p:cNvPr id="611" name="Google Shape;611;p62"/>
          <p:cNvSpPr txBox="1"/>
          <p:nvPr>
            <p:ph idx="1" type="subTitle"/>
          </p:nvPr>
        </p:nvSpPr>
        <p:spPr>
          <a:xfrm>
            <a:off x="1771200" y="22625"/>
            <a:ext cx="2800800" cy="228600"/>
          </a:xfrm>
          <a:prstGeom prst="rect">
            <a:avLst/>
          </a:prstGeom>
        </p:spPr>
        <p:txBody>
          <a:bodyPr anchorCtr="0" anchor="t" bIns="91425" lIns="0" spcFirstLastPara="1" rIns="91425" wrap="square" tIns="91425">
            <a:noAutofit/>
          </a:bodyPr>
          <a:lstStyle>
            <a:lvl1pPr lvl="0">
              <a:spcBef>
                <a:spcPts val="0"/>
              </a:spcBef>
              <a:spcAft>
                <a:spcPts val="0"/>
              </a:spcAft>
              <a:buSzPts val="900"/>
              <a:buNone/>
              <a:defRPr sz="900"/>
            </a:lvl1pPr>
            <a:lvl2pPr lvl="1">
              <a:spcBef>
                <a:spcPts val="0"/>
              </a:spcBef>
              <a:spcAft>
                <a:spcPts val="0"/>
              </a:spcAft>
              <a:buClr>
                <a:schemeClr val="dk1"/>
              </a:buClr>
              <a:buSzPts val="900"/>
              <a:buFont typeface="Familjen Grotesk"/>
              <a:buNone/>
              <a:defRPr sz="900">
                <a:solidFill>
                  <a:schemeClr val="dk1"/>
                </a:solidFill>
              </a:defRPr>
            </a:lvl2pPr>
            <a:lvl3pPr lvl="2">
              <a:spcBef>
                <a:spcPts val="0"/>
              </a:spcBef>
              <a:spcAft>
                <a:spcPts val="0"/>
              </a:spcAft>
              <a:buClr>
                <a:schemeClr val="dk1"/>
              </a:buClr>
              <a:buSzPts val="900"/>
              <a:buFont typeface="Familjen Grotesk"/>
              <a:buNone/>
              <a:defRPr sz="900">
                <a:solidFill>
                  <a:schemeClr val="dk1"/>
                </a:solidFill>
              </a:defRPr>
            </a:lvl3pPr>
            <a:lvl4pPr lvl="3">
              <a:spcBef>
                <a:spcPts val="0"/>
              </a:spcBef>
              <a:spcAft>
                <a:spcPts val="0"/>
              </a:spcAft>
              <a:buClr>
                <a:schemeClr val="dk1"/>
              </a:buClr>
              <a:buSzPts val="900"/>
              <a:buFont typeface="Familjen Grotesk"/>
              <a:buNone/>
              <a:defRPr sz="900">
                <a:solidFill>
                  <a:schemeClr val="dk1"/>
                </a:solidFill>
              </a:defRPr>
            </a:lvl4pPr>
            <a:lvl5pPr lvl="4">
              <a:spcBef>
                <a:spcPts val="0"/>
              </a:spcBef>
              <a:spcAft>
                <a:spcPts val="0"/>
              </a:spcAft>
              <a:buClr>
                <a:schemeClr val="dk1"/>
              </a:buClr>
              <a:buSzPts val="900"/>
              <a:buFont typeface="Familjen Grotesk"/>
              <a:buNone/>
              <a:defRPr sz="900">
                <a:solidFill>
                  <a:schemeClr val="dk1"/>
                </a:solidFill>
              </a:defRPr>
            </a:lvl5pPr>
            <a:lvl6pPr lvl="5">
              <a:spcBef>
                <a:spcPts val="0"/>
              </a:spcBef>
              <a:spcAft>
                <a:spcPts val="0"/>
              </a:spcAft>
              <a:buClr>
                <a:schemeClr val="dk1"/>
              </a:buClr>
              <a:buSzPts val="900"/>
              <a:buFont typeface="Familjen Grotesk"/>
              <a:buNone/>
              <a:defRPr sz="900">
                <a:solidFill>
                  <a:schemeClr val="dk1"/>
                </a:solidFill>
              </a:defRPr>
            </a:lvl6pPr>
            <a:lvl7pPr lvl="6">
              <a:spcBef>
                <a:spcPts val="0"/>
              </a:spcBef>
              <a:spcAft>
                <a:spcPts val="0"/>
              </a:spcAft>
              <a:buClr>
                <a:schemeClr val="dk1"/>
              </a:buClr>
              <a:buSzPts val="900"/>
              <a:buFont typeface="Familjen Grotesk"/>
              <a:buNone/>
              <a:defRPr sz="900">
                <a:solidFill>
                  <a:schemeClr val="dk1"/>
                </a:solidFill>
              </a:defRPr>
            </a:lvl7pPr>
            <a:lvl8pPr lvl="7">
              <a:spcBef>
                <a:spcPts val="0"/>
              </a:spcBef>
              <a:spcAft>
                <a:spcPts val="0"/>
              </a:spcAft>
              <a:buClr>
                <a:schemeClr val="dk1"/>
              </a:buClr>
              <a:buSzPts val="900"/>
              <a:buFont typeface="Familjen Grotesk"/>
              <a:buNone/>
              <a:defRPr sz="900">
                <a:solidFill>
                  <a:schemeClr val="dk1"/>
                </a:solidFill>
              </a:defRPr>
            </a:lvl8pPr>
            <a:lvl9pPr lvl="8">
              <a:spcBef>
                <a:spcPts val="0"/>
              </a:spcBef>
              <a:spcAft>
                <a:spcPts val="0"/>
              </a:spcAft>
              <a:buClr>
                <a:schemeClr val="dk1"/>
              </a:buClr>
              <a:buSzPts val="900"/>
              <a:buFont typeface="Familjen Grotesk"/>
              <a:buNone/>
              <a:defRPr sz="900">
                <a:solidFill>
                  <a:schemeClr val="dk1"/>
                </a:solidFill>
              </a:defRPr>
            </a:lvl9pPr>
          </a:lstStyle>
          <a:p/>
        </p:txBody>
      </p:sp>
      <p:sp>
        <p:nvSpPr>
          <p:cNvPr id="612" name="Google Shape;612;p62"/>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613" name="Google Shape;613;p62"/>
          <p:cNvSpPr txBox="1"/>
          <p:nvPr>
            <p:ph type="title"/>
          </p:nvPr>
        </p:nvSpPr>
        <p:spPr>
          <a:xfrm>
            <a:off x="1605875" y="1164200"/>
            <a:ext cx="7538100" cy="1462500"/>
          </a:xfrm>
          <a:prstGeom prst="rect">
            <a:avLst/>
          </a:prstGeom>
        </p:spPr>
        <p:txBody>
          <a:bodyPr anchorCtr="0" anchor="t" bIns="91425" lIns="91425" spcFirstLastPara="1" rIns="91425" wrap="square" tIns="91425">
            <a:spAutoFit/>
          </a:bodyPr>
          <a:lstStyle>
            <a:lvl1pPr lvl="0">
              <a:lnSpc>
                <a:spcPct val="65000"/>
              </a:lnSpc>
              <a:spcBef>
                <a:spcPts val="0"/>
              </a:spcBef>
              <a:spcAft>
                <a:spcPts val="0"/>
              </a:spcAft>
              <a:buSzPts val="7200"/>
              <a:buNone/>
              <a:defRPr b="1"/>
            </a:lvl1pPr>
            <a:lvl2pPr lvl="1">
              <a:spcBef>
                <a:spcPts val="0"/>
              </a:spcBef>
              <a:spcAft>
                <a:spcPts val="0"/>
              </a:spcAft>
              <a:buSzPts val="7200"/>
              <a:buNone/>
              <a:defRPr/>
            </a:lvl2pPr>
            <a:lvl3pPr lvl="2">
              <a:spcBef>
                <a:spcPts val="0"/>
              </a:spcBef>
              <a:spcAft>
                <a:spcPts val="0"/>
              </a:spcAft>
              <a:buSzPts val="7200"/>
              <a:buNone/>
              <a:defRPr/>
            </a:lvl3pPr>
            <a:lvl4pPr lvl="3">
              <a:spcBef>
                <a:spcPts val="0"/>
              </a:spcBef>
              <a:spcAft>
                <a:spcPts val="0"/>
              </a:spcAft>
              <a:buSzPts val="7200"/>
              <a:buNone/>
              <a:defRPr/>
            </a:lvl4pPr>
            <a:lvl5pPr lvl="4">
              <a:spcBef>
                <a:spcPts val="0"/>
              </a:spcBef>
              <a:spcAft>
                <a:spcPts val="0"/>
              </a:spcAft>
              <a:buSzPts val="7200"/>
              <a:buNone/>
              <a:defRPr/>
            </a:lvl5pPr>
            <a:lvl6pPr lvl="5">
              <a:spcBef>
                <a:spcPts val="0"/>
              </a:spcBef>
              <a:spcAft>
                <a:spcPts val="0"/>
              </a:spcAft>
              <a:buSzPts val="7200"/>
              <a:buNone/>
              <a:defRPr/>
            </a:lvl6pPr>
            <a:lvl7pPr lvl="6">
              <a:spcBef>
                <a:spcPts val="0"/>
              </a:spcBef>
              <a:spcAft>
                <a:spcPts val="0"/>
              </a:spcAft>
              <a:buSzPts val="7200"/>
              <a:buNone/>
              <a:defRPr/>
            </a:lvl7pPr>
            <a:lvl8pPr lvl="7">
              <a:spcBef>
                <a:spcPts val="0"/>
              </a:spcBef>
              <a:spcAft>
                <a:spcPts val="0"/>
              </a:spcAft>
              <a:buSzPts val="7200"/>
              <a:buNone/>
              <a:defRPr/>
            </a:lvl8pPr>
            <a:lvl9pPr lvl="8">
              <a:spcBef>
                <a:spcPts val="0"/>
              </a:spcBef>
              <a:spcAft>
                <a:spcPts val="0"/>
              </a:spcAft>
              <a:buSzPts val="7200"/>
              <a:buNone/>
              <a:defRPr/>
            </a:lvl9pPr>
          </a:lstStyle>
          <a:p/>
        </p:txBody>
      </p:sp>
      <p:sp>
        <p:nvSpPr>
          <p:cNvPr id="614" name="Google Shape;614;p62"/>
          <p:cNvSpPr/>
          <p:nvPr>
            <p:ph idx="2" type="pic"/>
          </p:nvPr>
        </p:nvSpPr>
        <p:spPr>
          <a:xfrm>
            <a:off x="1610975" y="3460538"/>
            <a:ext cx="4131000" cy="1683000"/>
          </a:xfrm>
          <a:prstGeom prst="rect">
            <a:avLst/>
          </a:prstGeom>
          <a:noFill/>
          <a:ln>
            <a:noFill/>
          </a:ln>
        </p:spPr>
      </p:sp>
      <p:sp>
        <p:nvSpPr>
          <p:cNvPr id="615" name="Google Shape;615;p62"/>
          <p:cNvSpPr/>
          <p:nvPr>
            <p:ph idx="3" type="pic"/>
          </p:nvPr>
        </p:nvSpPr>
        <p:spPr>
          <a:xfrm>
            <a:off x="6455100" y="0"/>
            <a:ext cx="2688900" cy="3681000"/>
          </a:xfrm>
          <a:prstGeom prst="rect">
            <a:avLst/>
          </a:prstGeom>
          <a:noFill/>
          <a:ln>
            <a:noFill/>
          </a:ln>
        </p:spPr>
      </p:sp>
    </p:spTree>
  </p:cSld>
  <p:clrMapOvr>
    <a:masterClrMapping/>
  </p:clrMapOvr>
  <p:extLst>
    <p:ext uri="{DCECCB84-F9BA-43D5-87BE-67443E8EF086}">
      <p15:sldGuideLst>
        <p15:guide id="1" orient="horz" pos="1620">
          <p15:clr>
            <a:srgbClr val="FA7B17"/>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44" Type="http://schemas.openxmlformats.org/officeDocument/2006/relationships/slideLayout" Target="../slideLayouts/slideLayout55.xml"/><Relationship Id="rId43" Type="http://schemas.openxmlformats.org/officeDocument/2006/relationships/slideLayout" Target="../slideLayouts/slideLayout54.xml"/><Relationship Id="rId46" Type="http://schemas.openxmlformats.org/officeDocument/2006/relationships/slideLayout" Target="../slideLayouts/slideLayout57.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48" Type="http://schemas.openxmlformats.org/officeDocument/2006/relationships/slideLayout" Target="../slideLayouts/slideLayout59.xml"/><Relationship Id="rId47" Type="http://schemas.openxmlformats.org/officeDocument/2006/relationships/slideLayout" Target="../slideLayouts/slideLayout58.xml"/><Relationship Id="rId49" Type="http://schemas.openxmlformats.org/officeDocument/2006/relationships/slideLayout" Target="../slideLayouts/slideLayout6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33" Type="http://schemas.openxmlformats.org/officeDocument/2006/relationships/slideLayout" Target="../slideLayouts/slideLayout44.xml"/><Relationship Id="rId32" Type="http://schemas.openxmlformats.org/officeDocument/2006/relationships/slideLayout" Target="../slideLayouts/slideLayout43.xml"/><Relationship Id="rId35" Type="http://schemas.openxmlformats.org/officeDocument/2006/relationships/slideLayout" Target="../slideLayouts/slideLayout46.xml"/><Relationship Id="rId34" Type="http://schemas.openxmlformats.org/officeDocument/2006/relationships/slideLayout" Target="../slideLayouts/slideLayout45.xml"/><Relationship Id="rId37" Type="http://schemas.openxmlformats.org/officeDocument/2006/relationships/slideLayout" Target="../slideLayouts/slideLayout48.xml"/><Relationship Id="rId36" Type="http://schemas.openxmlformats.org/officeDocument/2006/relationships/slideLayout" Target="../slideLayouts/slideLayout47.xml"/><Relationship Id="rId39" Type="http://schemas.openxmlformats.org/officeDocument/2006/relationships/slideLayout" Target="../slideLayouts/slideLayout50.xml"/><Relationship Id="rId38" Type="http://schemas.openxmlformats.org/officeDocument/2006/relationships/slideLayout" Target="../slideLayouts/slideLayout49.xml"/><Relationship Id="rId20" Type="http://schemas.openxmlformats.org/officeDocument/2006/relationships/slideLayout" Target="../slideLayouts/slideLayout31.xml"/><Relationship Id="rId22" Type="http://schemas.openxmlformats.org/officeDocument/2006/relationships/slideLayout" Target="../slideLayouts/slideLayout33.xml"/><Relationship Id="rId21" Type="http://schemas.openxmlformats.org/officeDocument/2006/relationships/slideLayout" Target="../slideLayouts/slideLayout32.xml"/><Relationship Id="rId24" Type="http://schemas.openxmlformats.org/officeDocument/2006/relationships/slideLayout" Target="../slideLayouts/slideLayout35.xml"/><Relationship Id="rId23" Type="http://schemas.openxmlformats.org/officeDocument/2006/relationships/slideLayout" Target="../slideLayouts/slideLayout34.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29" Type="http://schemas.openxmlformats.org/officeDocument/2006/relationships/slideLayout" Target="../slideLayouts/slideLayout40.xml"/><Relationship Id="rId50" Type="http://schemas.openxmlformats.org/officeDocument/2006/relationships/theme" Target="../theme/theme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293325"/>
            <a:ext cx="8520600" cy="1929000"/>
          </a:xfrm>
          <a:prstGeom prst="rect">
            <a:avLst/>
          </a:prstGeom>
          <a:noFill/>
          <a:ln>
            <a:noFill/>
          </a:ln>
        </p:spPr>
        <p:txBody>
          <a:bodyPr anchorCtr="0" anchor="t" bIns="91425" lIns="91425" spcFirstLastPara="1" rIns="91425" wrap="square" tIns="91425">
            <a:normAutofit/>
          </a:bodyPr>
          <a:lstStyle>
            <a:lvl1pPr lvl="0">
              <a:lnSpc>
                <a:spcPct val="80000"/>
              </a:lnSpc>
              <a:spcBef>
                <a:spcPts val="0"/>
              </a:spcBef>
              <a:spcAft>
                <a:spcPts val="0"/>
              </a:spcAft>
              <a:buClr>
                <a:schemeClr val="dk1"/>
              </a:buClr>
              <a:buSzPts val="7200"/>
              <a:buFont typeface="Familjen Grotesk"/>
              <a:buNone/>
              <a:defRPr sz="7200">
                <a:solidFill>
                  <a:schemeClr val="dk1"/>
                </a:solidFill>
                <a:latin typeface="Familjen Grotesk"/>
                <a:ea typeface="Familjen Grotesk"/>
                <a:cs typeface="Familjen Grotesk"/>
                <a:sym typeface="Familjen Grotesk"/>
              </a:defRPr>
            </a:lvl1pPr>
            <a:lvl2pPr lvl="1">
              <a:lnSpc>
                <a:spcPct val="80000"/>
              </a:lnSpc>
              <a:spcBef>
                <a:spcPts val="0"/>
              </a:spcBef>
              <a:spcAft>
                <a:spcPts val="0"/>
              </a:spcAft>
              <a:buClr>
                <a:schemeClr val="dk1"/>
              </a:buClr>
              <a:buSzPts val="7200"/>
              <a:buFont typeface="Familjen Grotesk"/>
              <a:buNone/>
              <a:defRPr sz="7200">
                <a:solidFill>
                  <a:schemeClr val="dk1"/>
                </a:solidFill>
                <a:latin typeface="Familjen Grotesk"/>
                <a:ea typeface="Familjen Grotesk"/>
                <a:cs typeface="Familjen Grotesk"/>
                <a:sym typeface="Familjen Grotesk"/>
              </a:defRPr>
            </a:lvl2pPr>
            <a:lvl3pPr lvl="2">
              <a:lnSpc>
                <a:spcPct val="80000"/>
              </a:lnSpc>
              <a:spcBef>
                <a:spcPts val="0"/>
              </a:spcBef>
              <a:spcAft>
                <a:spcPts val="0"/>
              </a:spcAft>
              <a:buClr>
                <a:schemeClr val="dk1"/>
              </a:buClr>
              <a:buSzPts val="7200"/>
              <a:buFont typeface="Familjen Grotesk"/>
              <a:buNone/>
              <a:defRPr sz="7200">
                <a:solidFill>
                  <a:schemeClr val="dk1"/>
                </a:solidFill>
                <a:latin typeface="Familjen Grotesk"/>
                <a:ea typeface="Familjen Grotesk"/>
                <a:cs typeface="Familjen Grotesk"/>
                <a:sym typeface="Familjen Grotesk"/>
              </a:defRPr>
            </a:lvl3pPr>
            <a:lvl4pPr lvl="3">
              <a:lnSpc>
                <a:spcPct val="80000"/>
              </a:lnSpc>
              <a:spcBef>
                <a:spcPts val="0"/>
              </a:spcBef>
              <a:spcAft>
                <a:spcPts val="0"/>
              </a:spcAft>
              <a:buClr>
                <a:schemeClr val="dk1"/>
              </a:buClr>
              <a:buSzPts val="7200"/>
              <a:buFont typeface="Familjen Grotesk"/>
              <a:buNone/>
              <a:defRPr sz="7200">
                <a:solidFill>
                  <a:schemeClr val="dk1"/>
                </a:solidFill>
                <a:latin typeface="Familjen Grotesk"/>
                <a:ea typeface="Familjen Grotesk"/>
                <a:cs typeface="Familjen Grotesk"/>
                <a:sym typeface="Familjen Grotesk"/>
              </a:defRPr>
            </a:lvl4pPr>
            <a:lvl5pPr lvl="4">
              <a:lnSpc>
                <a:spcPct val="80000"/>
              </a:lnSpc>
              <a:spcBef>
                <a:spcPts val="0"/>
              </a:spcBef>
              <a:spcAft>
                <a:spcPts val="0"/>
              </a:spcAft>
              <a:buClr>
                <a:schemeClr val="dk1"/>
              </a:buClr>
              <a:buSzPts val="7200"/>
              <a:buFont typeface="Familjen Grotesk"/>
              <a:buNone/>
              <a:defRPr sz="7200">
                <a:solidFill>
                  <a:schemeClr val="dk1"/>
                </a:solidFill>
                <a:latin typeface="Familjen Grotesk"/>
                <a:ea typeface="Familjen Grotesk"/>
                <a:cs typeface="Familjen Grotesk"/>
                <a:sym typeface="Familjen Grotesk"/>
              </a:defRPr>
            </a:lvl5pPr>
            <a:lvl6pPr lvl="5">
              <a:lnSpc>
                <a:spcPct val="80000"/>
              </a:lnSpc>
              <a:spcBef>
                <a:spcPts val="0"/>
              </a:spcBef>
              <a:spcAft>
                <a:spcPts val="0"/>
              </a:spcAft>
              <a:buClr>
                <a:schemeClr val="dk1"/>
              </a:buClr>
              <a:buSzPts val="7200"/>
              <a:buFont typeface="Familjen Grotesk"/>
              <a:buNone/>
              <a:defRPr sz="7200">
                <a:solidFill>
                  <a:schemeClr val="dk1"/>
                </a:solidFill>
                <a:latin typeface="Familjen Grotesk"/>
                <a:ea typeface="Familjen Grotesk"/>
                <a:cs typeface="Familjen Grotesk"/>
                <a:sym typeface="Familjen Grotesk"/>
              </a:defRPr>
            </a:lvl6pPr>
            <a:lvl7pPr lvl="6">
              <a:lnSpc>
                <a:spcPct val="80000"/>
              </a:lnSpc>
              <a:spcBef>
                <a:spcPts val="0"/>
              </a:spcBef>
              <a:spcAft>
                <a:spcPts val="0"/>
              </a:spcAft>
              <a:buClr>
                <a:schemeClr val="dk1"/>
              </a:buClr>
              <a:buSzPts val="7200"/>
              <a:buFont typeface="Familjen Grotesk"/>
              <a:buNone/>
              <a:defRPr sz="7200">
                <a:solidFill>
                  <a:schemeClr val="dk1"/>
                </a:solidFill>
                <a:latin typeface="Familjen Grotesk"/>
                <a:ea typeface="Familjen Grotesk"/>
                <a:cs typeface="Familjen Grotesk"/>
                <a:sym typeface="Familjen Grotesk"/>
              </a:defRPr>
            </a:lvl7pPr>
            <a:lvl8pPr lvl="7">
              <a:lnSpc>
                <a:spcPct val="80000"/>
              </a:lnSpc>
              <a:spcBef>
                <a:spcPts val="0"/>
              </a:spcBef>
              <a:spcAft>
                <a:spcPts val="0"/>
              </a:spcAft>
              <a:buClr>
                <a:schemeClr val="dk1"/>
              </a:buClr>
              <a:buSzPts val="7200"/>
              <a:buFont typeface="Familjen Grotesk"/>
              <a:buNone/>
              <a:defRPr sz="7200">
                <a:solidFill>
                  <a:schemeClr val="dk1"/>
                </a:solidFill>
                <a:latin typeface="Familjen Grotesk"/>
                <a:ea typeface="Familjen Grotesk"/>
                <a:cs typeface="Familjen Grotesk"/>
                <a:sym typeface="Familjen Grotesk"/>
              </a:defRPr>
            </a:lvl8pPr>
            <a:lvl9pPr lvl="8">
              <a:lnSpc>
                <a:spcPct val="80000"/>
              </a:lnSpc>
              <a:spcBef>
                <a:spcPts val="0"/>
              </a:spcBef>
              <a:spcAft>
                <a:spcPts val="0"/>
              </a:spcAft>
              <a:buClr>
                <a:schemeClr val="dk1"/>
              </a:buClr>
              <a:buSzPts val="7200"/>
              <a:buFont typeface="Familjen Grotesk"/>
              <a:buNone/>
              <a:defRPr sz="7200">
                <a:solidFill>
                  <a:schemeClr val="dk1"/>
                </a:solidFill>
                <a:latin typeface="Familjen Grotesk"/>
                <a:ea typeface="Familjen Grotesk"/>
                <a:cs typeface="Familjen Grotesk"/>
                <a:sym typeface="Familjen Grotesk"/>
              </a:defRPr>
            </a:lvl9pPr>
          </a:lstStyle>
          <a:p/>
        </p:txBody>
      </p:sp>
      <p:sp>
        <p:nvSpPr>
          <p:cNvPr id="52" name="Google Shape;52;p13"/>
          <p:cNvSpPr txBox="1"/>
          <p:nvPr>
            <p:ph idx="12" type="sldNum"/>
          </p:nvPr>
        </p:nvSpPr>
        <p:spPr>
          <a:xfrm>
            <a:off x="131793" y="17528"/>
            <a:ext cx="548700" cy="323100"/>
          </a:xfrm>
          <a:prstGeom prst="rect">
            <a:avLst/>
          </a:prstGeom>
          <a:noFill/>
          <a:ln>
            <a:noFill/>
          </a:ln>
        </p:spPr>
        <p:txBody>
          <a:bodyPr anchorCtr="0" anchor="ctr" bIns="91425" lIns="91425" spcFirstLastPara="1" rIns="91425" wrap="square" tIns="91425">
            <a:spAutoFit/>
          </a:bodyPr>
          <a:lstStyle>
            <a:lvl1pPr lvl="0">
              <a:buNone/>
              <a:defRPr sz="900">
                <a:solidFill>
                  <a:schemeClr val="dk1"/>
                </a:solidFill>
                <a:latin typeface="Familjen Grotesk"/>
                <a:ea typeface="Familjen Grotesk"/>
                <a:cs typeface="Familjen Grotesk"/>
                <a:sym typeface="Familjen Grotesk"/>
              </a:defRPr>
            </a:lvl1pPr>
            <a:lvl2pPr lvl="1">
              <a:buNone/>
              <a:defRPr sz="900">
                <a:solidFill>
                  <a:schemeClr val="dk1"/>
                </a:solidFill>
                <a:latin typeface="Familjen Grotesk"/>
                <a:ea typeface="Familjen Grotesk"/>
                <a:cs typeface="Familjen Grotesk"/>
                <a:sym typeface="Familjen Grotesk"/>
              </a:defRPr>
            </a:lvl2pPr>
            <a:lvl3pPr lvl="2">
              <a:buNone/>
              <a:defRPr sz="900">
                <a:solidFill>
                  <a:schemeClr val="dk1"/>
                </a:solidFill>
                <a:latin typeface="Familjen Grotesk"/>
                <a:ea typeface="Familjen Grotesk"/>
                <a:cs typeface="Familjen Grotesk"/>
                <a:sym typeface="Familjen Grotesk"/>
              </a:defRPr>
            </a:lvl3pPr>
            <a:lvl4pPr lvl="3">
              <a:buNone/>
              <a:defRPr sz="900">
                <a:solidFill>
                  <a:schemeClr val="dk1"/>
                </a:solidFill>
                <a:latin typeface="Familjen Grotesk"/>
                <a:ea typeface="Familjen Grotesk"/>
                <a:cs typeface="Familjen Grotesk"/>
                <a:sym typeface="Familjen Grotesk"/>
              </a:defRPr>
            </a:lvl4pPr>
            <a:lvl5pPr lvl="4">
              <a:buNone/>
              <a:defRPr sz="900">
                <a:solidFill>
                  <a:schemeClr val="dk1"/>
                </a:solidFill>
                <a:latin typeface="Familjen Grotesk"/>
                <a:ea typeface="Familjen Grotesk"/>
                <a:cs typeface="Familjen Grotesk"/>
                <a:sym typeface="Familjen Grotesk"/>
              </a:defRPr>
            </a:lvl5pPr>
            <a:lvl6pPr lvl="5">
              <a:buNone/>
              <a:defRPr sz="900">
                <a:solidFill>
                  <a:schemeClr val="dk1"/>
                </a:solidFill>
                <a:latin typeface="Familjen Grotesk"/>
                <a:ea typeface="Familjen Grotesk"/>
                <a:cs typeface="Familjen Grotesk"/>
                <a:sym typeface="Familjen Grotesk"/>
              </a:defRPr>
            </a:lvl6pPr>
            <a:lvl7pPr lvl="6">
              <a:buNone/>
              <a:defRPr sz="900">
                <a:solidFill>
                  <a:schemeClr val="dk1"/>
                </a:solidFill>
                <a:latin typeface="Familjen Grotesk"/>
                <a:ea typeface="Familjen Grotesk"/>
                <a:cs typeface="Familjen Grotesk"/>
                <a:sym typeface="Familjen Grotesk"/>
              </a:defRPr>
            </a:lvl7pPr>
            <a:lvl8pPr lvl="7">
              <a:buNone/>
              <a:defRPr sz="900">
                <a:solidFill>
                  <a:schemeClr val="dk1"/>
                </a:solidFill>
                <a:latin typeface="Familjen Grotesk"/>
                <a:ea typeface="Familjen Grotesk"/>
                <a:cs typeface="Familjen Grotesk"/>
                <a:sym typeface="Familjen Grotesk"/>
              </a:defRPr>
            </a:lvl8pPr>
            <a:lvl9pPr lvl="8">
              <a:buNone/>
              <a:defRPr sz="900">
                <a:solidFill>
                  <a:schemeClr val="dk1"/>
                </a:solidFill>
                <a:latin typeface="Familjen Grotesk"/>
                <a:ea typeface="Familjen Grotesk"/>
                <a:cs typeface="Familjen Grotesk"/>
                <a:sym typeface="Familjen Grotesk"/>
              </a:defRPr>
            </a:lvl9pPr>
          </a:lstStyle>
          <a:p>
            <a:pPr indent="0" lvl="0" marL="0" rtl="0" algn="l">
              <a:spcBef>
                <a:spcPts val="0"/>
              </a:spcBef>
              <a:spcAft>
                <a:spcPts val="0"/>
              </a:spcAft>
              <a:buNone/>
            </a:pPr>
            <a:r>
              <a:rPr lang="en"/>
              <a:t>pg. </a:t>
            </a:r>
            <a:fld id="{00000000-1234-1234-1234-123412341234}" type="slidenum">
              <a:rPr lang="en"/>
              <a:t>‹#›</a:t>
            </a:fld>
            <a:endParaRPr/>
          </a:p>
        </p:txBody>
      </p:sp>
      <p:sp>
        <p:nvSpPr>
          <p:cNvPr id="53" name="Google Shape;53;p13"/>
          <p:cNvSpPr txBox="1"/>
          <p:nvPr>
            <p:ph idx="1" type="body"/>
          </p:nvPr>
        </p:nvSpPr>
        <p:spPr>
          <a:xfrm>
            <a:off x="311700" y="3033075"/>
            <a:ext cx="8520600" cy="1817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Clr>
                <a:schemeClr val="dk1"/>
              </a:buClr>
              <a:buSzPts val="1100"/>
              <a:buFont typeface="Spectral"/>
              <a:buChar char="●"/>
              <a:defRPr sz="1100">
                <a:solidFill>
                  <a:schemeClr val="dk1"/>
                </a:solidFill>
                <a:latin typeface="Spectral"/>
                <a:ea typeface="Spectral"/>
                <a:cs typeface="Spectral"/>
                <a:sym typeface="Spectral"/>
              </a:defRPr>
            </a:lvl1pPr>
            <a:lvl2pPr indent="-298450" lvl="1" marL="914400">
              <a:spcBef>
                <a:spcPts val="0"/>
              </a:spcBef>
              <a:spcAft>
                <a:spcPts val="0"/>
              </a:spcAft>
              <a:buClr>
                <a:schemeClr val="dk1"/>
              </a:buClr>
              <a:buSzPts val="1100"/>
              <a:buFont typeface="Spectral"/>
              <a:buChar char="○"/>
              <a:defRPr sz="1100">
                <a:solidFill>
                  <a:schemeClr val="dk1"/>
                </a:solidFill>
                <a:latin typeface="Spectral"/>
                <a:ea typeface="Spectral"/>
                <a:cs typeface="Spectral"/>
                <a:sym typeface="Spectral"/>
              </a:defRPr>
            </a:lvl2pPr>
            <a:lvl3pPr indent="-298450" lvl="2" marL="1371600">
              <a:spcBef>
                <a:spcPts val="0"/>
              </a:spcBef>
              <a:spcAft>
                <a:spcPts val="0"/>
              </a:spcAft>
              <a:buClr>
                <a:schemeClr val="dk1"/>
              </a:buClr>
              <a:buSzPts val="1100"/>
              <a:buFont typeface="Spectral"/>
              <a:buChar char="■"/>
              <a:defRPr sz="1100">
                <a:solidFill>
                  <a:schemeClr val="dk1"/>
                </a:solidFill>
                <a:latin typeface="Spectral"/>
                <a:ea typeface="Spectral"/>
                <a:cs typeface="Spectral"/>
                <a:sym typeface="Spectral"/>
              </a:defRPr>
            </a:lvl3pPr>
            <a:lvl4pPr indent="-298450" lvl="3" marL="1828800">
              <a:spcBef>
                <a:spcPts val="0"/>
              </a:spcBef>
              <a:spcAft>
                <a:spcPts val="0"/>
              </a:spcAft>
              <a:buClr>
                <a:schemeClr val="dk1"/>
              </a:buClr>
              <a:buSzPts val="1100"/>
              <a:buFont typeface="Spectral"/>
              <a:buChar char="●"/>
              <a:defRPr sz="1100">
                <a:solidFill>
                  <a:schemeClr val="dk1"/>
                </a:solidFill>
                <a:latin typeface="Spectral"/>
                <a:ea typeface="Spectral"/>
                <a:cs typeface="Spectral"/>
                <a:sym typeface="Spectral"/>
              </a:defRPr>
            </a:lvl4pPr>
            <a:lvl5pPr indent="-298450" lvl="4" marL="2286000">
              <a:spcBef>
                <a:spcPts val="0"/>
              </a:spcBef>
              <a:spcAft>
                <a:spcPts val="0"/>
              </a:spcAft>
              <a:buClr>
                <a:schemeClr val="dk1"/>
              </a:buClr>
              <a:buSzPts val="1100"/>
              <a:buFont typeface="Spectral"/>
              <a:buChar char="○"/>
              <a:defRPr sz="1100">
                <a:solidFill>
                  <a:schemeClr val="dk1"/>
                </a:solidFill>
                <a:latin typeface="Spectral"/>
                <a:ea typeface="Spectral"/>
                <a:cs typeface="Spectral"/>
                <a:sym typeface="Spectral"/>
              </a:defRPr>
            </a:lvl5pPr>
            <a:lvl6pPr indent="-298450" lvl="5" marL="2743200">
              <a:spcBef>
                <a:spcPts val="0"/>
              </a:spcBef>
              <a:spcAft>
                <a:spcPts val="0"/>
              </a:spcAft>
              <a:buClr>
                <a:schemeClr val="dk1"/>
              </a:buClr>
              <a:buSzPts val="1100"/>
              <a:buFont typeface="Spectral"/>
              <a:buChar char="■"/>
              <a:defRPr sz="1100">
                <a:solidFill>
                  <a:schemeClr val="dk1"/>
                </a:solidFill>
                <a:latin typeface="Spectral"/>
                <a:ea typeface="Spectral"/>
                <a:cs typeface="Spectral"/>
                <a:sym typeface="Spectral"/>
              </a:defRPr>
            </a:lvl6pPr>
            <a:lvl7pPr indent="-298450" lvl="6" marL="3200400">
              <a:spcBef>
                <a:spcPts val="0"/>
              </a:spcBef>
              <a:spcAft>
                <a:spcPts val="0"/>
              </a:spcAft>
              <a:buClr>
                <a:schemeClr val="dk1"/>
              </a:buClr>
              <a:buSzPts val="1100"/>
              <a:buFont typeface="Spectral"/>
              <a:buChar char="●"/>
              <a:defRPr sz="1100">
                <a:solidFill>
                  <a:schemeClr val="dk1"/>
                </a:solidFill>
                <a:latin typeface="Spectral"/>
                <a:ea typeface="Spectral"/>
                <a:cs typeface="Spectral"/>
                <a:sym typeface="Spectral"/>
              </a:defRPr>
            </a:lvl7pPr>
            <a:lvl8pPr indent="-298450" lvl="7" marL="3657600">
              <a:spcBef>
                <a:spcPts val="0"/>
              </a:spcBef>
              <a:spcAft>
                <a:spcPts val="0"/>
              </a:spcAft>
              <a:buClr>
                <a:schemeClr val="dk1"/>
              </a:buClr>
              <a:buSzPts val="1100"/>
              <a:buFont typeface="Spectral"/>
              <a:buChar char="○"/>
              <a:defRPr sz="1100">
                <a:solidFill>
                  <a:schemeClr val="dk1"/>
                </a:solidFill>
                <a:latin typeface="Spectral"/>
                <a:ea typeface="Spectral"/>
                <a:cs typeface="Spectral"/>
                <a:sym typeface="Spectral"/>
              </a:defRPr>
            </a:lvl8pPr>
            <a:lvl9pPr indent="-298450" lvl="8" marL="4114800">
              <a:spcBef>
                <a:spcPts val="0"/>
              </a:spcBef>
              <a:spcAft>
                <a:spcPts val="0"/>
              </a:spcAft>
              <a:buClr>
                <a:schemeClr val="dk1"/>
              </a:buClr>
              <a:buSzPts val="1100"/>
              <a:buFont typeface="Spectral"/>
              <a:buChar char="■"/>
              <a:defRPr sz="1100">
                <a:solidFill>
                  <a:schemeClr val="dk1"/>
                </a:solidFill>
                <a:latin typeface="Spectral"/>
                <a:ea typeface="Spectral"/>
                <a:cs typeface="Spectral"/>
                <a:sym typeface="Spectral"/>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63"/>
          <p:cNvSpPr txBox="1"/>
          <p:nvPr>
            <p:ph idx="5" type="title"/>
          </p:nvPr>
        </p:nvSpPr>
        <p:spPr>
          <a:xfrm>
            <a:off x="1179275" y="1570350"/>
            <a:ext cx="7086000" cy="100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4180"/>
              <a:t>Predicting Wine Quality Through Machine Learning</a:t>
            </a:r>
            <a:endParaRPr sz="4180"/>
          </a:p>
        </p:txBody>
      </p:sp>
      <p:sp>
        <p:nvSpPr>
          <p:cNvPr id="621" name="Google Shape;621;p63"/>
          <p:cNvSpPr txBox="1"/>
          <p:nvPr>
            <p:ph type="title"/>
          </p:nvPr>
        </p:nvSpPr>
        <p:spPr>
          <a:xfrm>
            <a:off x="1300350" y="2897575"/>
            <a:ext cx="6543300" cy="1413300"/>
          </a:xfrm>
          <a:prstGeom prst="rect">
            <a:avLst/>
          </a:prstGeom>
        </p:spPr>
        <p:txBody>
          <a:bodyPr anchorCtr="0" anchor="t" bIns="91425" lIns="91425" spcFirstLastPara="1" rIns="91425" wrap="square" tIns="91425">
            <a:normAutofit fontScale="90000"/>
          </a:bodyPr>
          <a:lstStyle/>
          <a:p>
            <a:pPr indent="0" lvl="0" marL="0" rtl="0" algn="ctr">
              <a:lnSpc>
                <a:spcPct val="100000"/>
              </a:lnSpc>
              <a:spcBef>
                <a:spcPts val="0"/>
              </a:spcBef>
              <a:spcAft>
                <a:spcPts val="0"/>
              </a:spcAft>
              <a:buNone/>
            </a:pPr>
            <a:r>
              <a:rPr lang="en" sz="2244">
                <a:solidFill>
                  <a:srgbClr val="595959"/>
                </a:solidFill>
                <a:latin typeface="Familjen Grotesk Medium"/>
                <a:ea typeface="Familjen Grotesk Medium"/>
                <a:cs typeface="Familjen Grotesk Medium"/>
                <a:sym typeface="Familjen Grotesk Medium"/>
              </a:rPr>
              <a:t>ITSCM 778 Programming for Analytics (Capstone)</a:t>
            </a:r>
            <a:endParaRPr sz="2244">
              <a:solidFill>
                <a:srgbClr val="595959"/>
              </a:solidFill>
              <a:latin typeface="Familjen Grotesk Medium"/>
              <a:ea typeface="Familjen Grotesk Medium"/>
              <a:cs typeface="Familjen Grotesk Medium"/>
              <a:sym typeface="Familjen Grotesk Medium"/>
            </a:endParaRPr>
          </a:p>
          <a:p>
            <a:pPr indent="0" lvl="0" marL="0" rtl="0" algn="ctr">
              <a:lnSpc>
                <a:spcPct val="100000"/>
              </a:lnSpc>
              <a:spcBef>
                <a:spcPts val="0"/>
              </a:spcBef>
              <a:spcAft>
                <a:spcPts val="0"/>
              </a:spcAft>
              <a:buNone/>
            </a:pPr>
            <a:r>
              <a:rPr lang="en" sz="2244">
                <a:solidFill>
                  <a:srgbClr val="595959"/>
                </a:solidFill>
                <a:latin typeface="Familjen Grotesk Medium"/>
                <a:ea typeface="Familjen Grotesk Medium"/>
                <a:cs typeface="Familjen Grotesk Medium"/>
                <a:sym typeface="Familjen Grotesk Medium"/>
              </a:rPr>
              <a:t>Ashley Pickett </a:t>
            </a:r>
            <a:endParaRPr sz="3044">
              <a:solidFill>
                <a:srgbClr val="000000"/>
              </a:solidFill>
              <a:latin typeface="Familjen Grotesk Medium"/>
              <a:ea typeface="Familjen Grotesk Medium"/>
              <a:cs typeface="Familjen Grotesk Medium"/>
              <a:sym typeface="Familjen Grotesk Medium"/>
            </a:endParaRPr>
          </a:p>
          <a:p>
            <a:pPr indent="0" lvl="0" marL="0" rtl="0" algn="l">
              <a:spcBef>
                <a:spcPts val="0"/>
              </a:spcBef>
              <a:spcAft>
                <a:spcPts val="0"/>
              </a:spcAft>
              <a:buNone/>
            </a:pPr>
            <a:r>
              <a:t/>
            </a:r>
            <a:endParaRPr/>
          </a:p>
        </p:txBody>
      </p:sp>
      <p:sp>
        <p:nvSpPr>
          <p:cNvPr id="622" name="Google Shape;622;p63"/>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pg. </a:t>
            </a:r>
            <a:fld id="{00000000-1234-1234-1234-123412341234}" type="slidenum">
              <a:rPr lang="e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p64"/>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pg. </a:t>
            </a:r>
            <a:fld id="{00000000-1234-1234-1234-123412341234}" type="slidenum">
              <a:rPr lang="en"/>
              <a:t>‹#›</a:t>
            </a:fld>
            <a:endParaRPr/>
          </a:p>
        </p:txBody>
      </p:sp>
      <p:sp>
        <p:nvSpPr>
          <p:cNvPr id="628" name="Google Shape;628;p64"/>
          <p:cNvSpPr txBox="1"/>
          <p:nvPr>
            <p:ph type="title"/>
          </p:nvPr>
        </p:nvSpPr>
        <p:spPr>
          <a:xfrm>
            <a:off x="1121300" y="109675"/>
            <a:ext cx="6124800" cy="1374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4040"/>
              <a:t>The Cost of Subjectivity in Wine Quality Assessment</a:t>
            </a:r>
            <a:endParaRPr sz="4040"/>
          </a:p>
        </p:txBody>
      </p:sp>
      <p:sp>
        <p:nvSpPr>
          <p:cNvPr id="629" name="Google Shape;629;p64"/>
          <p:cNvSpPr txBox="1"/>
          <p:nvPr>
            <p:ph idx="1" type="body"/>
          </p:nvPr>
        </p:nvSpPr>
        <p:spPr>
          <a:xfrm>
            <a:off x="680500" y="1484575"/>
            <a:ext cx="4467900" cy="31230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b="1" lang="en">
                <a:latin typeface="Familjen Grotesk"/>
                <a:ea typeface="Familjen Grotesk"/>
                <a:cs typeface="Familjen Grotesk"/>
                <a:sym typeface="Familjen Grotesk"/>
              </a:rPr>
              <a:t>Problem: </a:t>
            </a:r>
            <a:r>
              <a:rPr lang="en">
                <a:latin typeface="Familjen Grotesk"/>
                <a:ea typeface="Familjen Grotesk"/>
                <a:cs typeface="Familjen Grotesk"/>
                <a:sym typeface="Familjen Grotesk"/>
              </a:rPr>
              <a:t>Historically, wineries have relied on human expert tasters to determine the quality of a wine batch. This human-driven approach is inherently subjective, time-consuming, and expensive. It is difficult to scale and leaves room for inconsistency in quality control.</a:t>
            </a:r>
            <a:endParaRPr>
              <a:latin typeface="Familjen Grotesk"/>
              <a:ea typeface="Familjen Grotesk"/>
              <a:cs typeface="Familjen Grotesk"/>
              <a:sym typeface="Familjen Grotesk"/>
            </a:endParaRPr>
          </a:p>
          <a:p>
            <a:pPr indent="0" lvl="0" marL="0" rtl="0" algn="l">
              <a:spcBef>
                <a:spcPts val="0"/>
              </a:spcBef>
              <a:spcAft>
                <a:spcPts val="0"/>
              </a:spcAft>
              <a:buNone/>
            </a:pPr>
            <a:r>
              <a:t/>
            </a:r>
            <a:endParaRPr>
              <a:latin typeface="Familjen Grotesk"/>
              <a:ea typeface="Familjen Grotesk"/>
              <a:cs typeface="Familjen Grotesk"/>
              <a:sym typeface="Familjen Grotesk"/>
            </a:endParaRPr>
          </a:p>
          <a:p>
            <a:pPr indent="0" lvl="0" marL="0" rtl="0" algn="l">
              <a:spcBef>
                <a:spcPts val="0"/>
              </a:spcBef>
              <a:spcAft>
                <a:spcPts val="0"/>
              </a:spcAft>
              <a:buNone/>
            </a:pPr>
            <a:r>
              <a:rPr b="1" lang="en">
                <a:latin typeface="Familjen Grotesk"/>
                <a:ea typeface="Familjen Grotesk"/>
                <a:cs typeface="Familjen Grotesk"/>
                <a:sym typeface="Familjen Grotesk"/>
              </a:rPr>
              <a:t>Solve: </a:t>
            </a:r>
            <a:r>
              <a:rPr lang="en">
                <a:latin typeface="Familjen Grotesk"/>
                <a:ea typeface="Familjen Grotesk"/>
                <a:cs typeface="Familjen Grotesk"/>
                <a:sym typeface="Familjen Grotesk"/>
              </a:rPr>
              <a:t>To solve this, the  project uses machine learning algorithms to analyze the objective chemical properties of the wine (like alcohol content, acidity, and sugar). This creates a fast, cost-effective, and highly accurate automated system to predict wine quality, completely removing human bias from the equation.</a:t>
            </a:r>
            <a:endParaRPr>
              <a:latin typeface="Familjen Grotesk"/>
              <a:ea typeface="Familjen Grotesk"/>
              <a:cs typeface="Familjen Grotesk"/>
              <a:sym typeface="Familjen Grotesk"/>
            </a:endParaRPr>
          </a:p>
          <a:p>
            <a:pPr indent="0" lvl="0" marL="0" rtl="0" algn="l">
              <a:spcBef>
                <a:spcPts val="0"/>
              </a:spcBef>
              <a:spcAft>
                <a:spcPts val="0"/>
              </a:spcAft>
              <a:buNone/>
            </a:pPr>
            <a:r>
              <a:t/>
            </a:r>
            <a:endParaRPr>
              <a:latin typeface="Familjen Grotesk"/>
              <a:ea typeface="Familjen Grotesk"/>
              <a:cs typeface="Familjen Grotesk"/>
              <a:sym typeface="Familjen Grotesk"/>
            </a:endParaRPr>
          </a:p>
          <a:p>
            <a:pPr indent="0" lvl="0" marL="0" rtl="0" algn="l">
              <a:spcBef>
                <a:spcPts val="0"/>
              </a:spcBef>
              <a:spcAft>
                <a:spcPts val="0"/>
              </a:spcAft>
              <a:buNone/>
            </a:pPr>
            <a:r>
              <a:t/>
            </a:r>
            <a:endParaRPr>
              <a:latin typeface="Familjen Grotesk"/>
              <a:ea typeface="Familjen Grotesk"/>
              <a:cs typeface="Familjen Grotesk"/>
              <a:sym typeface="Familjen Grotesk"/>
            </a:endParaRPr>
          </a:p>
        </p:txBody>
      </p:sp>
      <p:pic>
        <p:nvPicPr>
          <p:cNvPr id="630" name="Google Shape;630;p64"/>
          <p:cNvPicPr preferRelativeResize="0"/>
          <p:nvPr/>
        </p:nvPicPr>
        <p:blipFill>
          <a:blip r:embed="rId3">
            <a:alphaModFix/>
          </a:blip>
          <a:stretch>
            <a:fillRect/>
          </a:stretch>
        </p:blipFill>
        <p:spPr>
          <a:xfrm>
            <a:off x="5558250" y="1484575"/>
            <a:ext cx="2812575" cy="285579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4" name="Shape 634"/>
        <p:cNvGrpSpPr/>
        <p:nvPr/>
      </p:nvGrpSpPr>
      <p:grpSpPr>
        <a:xfrm>
          <a:off x="0" y="0"/>
          <a:ext cx="0" cy="0"/>
          <a:chOff x="0" y="0"/>
          <a:chExt cx="0" cy="0"/>
        </a:xfrm>
      </p:grpSpPr>
      <p:sp>
        <p:nvSpPr>
          <p:cNvPr id="635" name="Google Shape;635;p65"/>
          <p:cNvSpPr txBox="1"/>
          <p:nvPr>
            <p:ph type="title"/>
          </p:nvPr>
        </p:nvSpPr>
        <p:spPr>
          <a:xfrm>
            <a:off x="566675" y="335300"/>
            <a:ext cx="8247000" cy="62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4340"/>
              <a:t>Exploring the Wine Quality Dataset</a:t>
            </a:r>
            <a:endParaRPr sz="4340"/>
          </a:p>
        </p:txBody>
      </p:sp>
      <p:sp>
        <p:nvSpPr>
          <p:cNvPr id="636" name="Google Shape;636;p65"/>
          <p:cNvSpPr txBox="1"/>
          <p:nvPr>
            <p:ph idx="2" type="title"/>
          </p:nvPr>
        </p:nvSpPr>
        <p:spPr>
          <a:xfrm>
            <a:off x="783700" y="893350"/>
            <a:ext cx="4256100" cy="4098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1300">
                <a:solidFill>
                  <a:srgbClr val="000000"/>
                </a:solidFill>
              </a:rPr>
              <a:t>The X-Axis (Horizontal): This represents our target variable, </a:t>
            </a:r>
            <a:r>
              <a:rPr lang="en" sz="1300">
                <a:solidFill>
                  <a:srgbClr val="188038"/>
                </a:solidFill>
              </a:rPr>
              <a:t>High_quality</a:t>
            </a:r>
            <a:r>
              <a:rPr lang="en" sz="1300">
                <a:solidFill>
                  <a:srgbClr val="000000"/>
                </a:solidFill>
              </a:rPr>
              <a:t>. It is a binary classification, meaning there are only two possible categories.</a:t>
            </a:r>
            <a:endParaRPr sz="1300">
              <a:solidFill>
                <a:srgbClr val="000000"/>
              </a:solidFill>
            </a:endParaRPr>
          </a:p>
          <a:p>
            <a:pPr indent="-302895" lvl="0" marL="457200" rtl="0" algn="l">
              <a:lnSpc>
                <a:spcPct val="115000"/>
              </a:lnSpc>
              <a:spcBef>
                <a:spcPts val="1200"/>
              </a:spcBef>
              <a:spcAft>
                <a:spcPts val="0"/>
              </a:spcAft>
              <a:buClr>
                <a:srgbClr val="000000"/>
              </a:buClr>
              <a:buSzPct val="100000"/>
              <a:buFont typeface="Arial"/>
              <a:buChar char="●"/>
            </a:pPr>
            <a:r>
              <a:rPr lang="en" sz="1300">
                <a:solidFill>
                  <a:srgbClr val="188038"/>
                </a:solidFill>
              </a:rPr>
              <a:t>0</a:t>
            </a:r>
            <a:r>
              <a:rPr lang="en" sz="1300">
                <a:solidFill>
                  <a:srgbClr val="000000"/>
                </a:solidFill>
              </a:rPr>
              <a:t> represents "Standard Quality" (the baseline).</a:t>
            </a:r>
            <a:endParaRPr sz="1300">
              <a:solidFill>
                <a:srgbClr val="000000"/>
              </a:solidFill>
            </a:endParaRPr>
          </a:p>
          <a:p>
            <a:pPr indent="-302895" lvl="0" marL="457200" rtl="0" algn="l">
              <a:lnSpc>
                <a:spcPct val="115000"/>
              </a:lnSpc>
              <a:spcBef>
                <a:spcPts val="0"/>
              </a:spcBef>
              <a:spcAft>
                <a:spcPts val="0"/>
              </a:spcAft>
              <a:buClr>
                <a:srgbClr val="000000"/>
              </a:buClr>
              <a:buSzPct val="100000"/>
              <a:buFont typeface="Arial"/>
              <a:buChar char="●"/>
            </a:pPr>
            <a:r>
              <a:rPr lang="en" sz="1300">
                <a:solidFill>
                  <a:srgbClr val="188038"/>
                </a:solidFill>
              </a:rPr>
              <a:t>1</a:t>
            </a:r>
            <a:r>
              <a:rPr lang="en" sz="1300">
                <a:solidFill>
                  <a:srgbClr val="000000"/>
                </a:solidFill>
              </a:rPr>
              <a:t> represents "High Quality" (the premium wines).</a:t>
            </a:r>
            <a:endParaRPr sz="1300">
              <a:solidFill>
                <a:srgbClr val="000000"/>
              </a:solidFill>
            </a:endParaRPr>
          </a:p>
          <a:p>
            <a:pPr indent="0" lvl="0" marL="0" rtl="0" algn="l">
              <a:lnSpc>
                <a:spcPct val="115000"/>
              </a:lnSpc>
              <a:spcBef>
                <a:spcPts val="1200"/>
              </a:spcBef>
              <a:spcAft>
                <a:spcPts val="0"/>
              </a:spcAft>
              <a:buNone/>
            </a:pPr>
            <a:r>
              <a:rPr lang="en" sz="1300">
                <a:solidFill>
                  <a:srgbClr val="000000"/>
                </a:solidFill>
              </a:rPr>
              <a:t>The Y-Axis (Vertical): This represents the "Count," which is the absolute number of individual wines in the dataset that fall into each category.</a:t>
            </a:r>
            <a:endParaRPr sz="1300">
              <a:solidFill>
                <a:srgbClr val="000000"/>
              </a:solidFill>
            </a:endParaRPr>
          </a:p>
          <a:p>
            <a:pPr indent="0" lvl="0" marL="0" rtl="0" algn="l">
              <a:lnSpc>
                <a:spcPct val="115000"/>
              </a:lnSpc>
              <a:spcBef>
                <a:spcPts val="0"/>
              </a:spcBef>
              <a:spcAft>
                <a:spcPts val="0"/>
              </a:spcAft>
              <a:buNone/>
            </a:pPr>
            <a:r>
              <a:t/>
            </a:r>
            <a:endParaRPr sz="1300">
              <a:solidFill>
                <a:srgbClr val="000000"/>
              </a:solidFill>
            </a:endParaRPr>
          </a:p>
          <a:p>
            <a:pPr indent="0" lvl="0" marL="0" rtl="0" algn="l">
              <a:lnSpc>
                <a:spcPct val="115000"/>
              </a:lnSpc>
              <a:spcBef>
                <a:spcPts val="0"/>
              </a:spcBef>
              <a:spcAft>
                <a:spcPts val="0"/>
              </a:spcAft>
              <a:buNone/>
            </a:pPr>
            <a:r>
              <a:rPr lang="en" sz="1300">
                <a:solidFill>
                  <a:srgbClr val="000000"/>
                </a:solidFill>
              </a:rPr>
              <a:t>This is the most critical point to mention in your presentation. This chart visually proves that you have an imbalanced dataset.</a:t>
            </a:r>
            <a:endParaRPr sz="1300">
              <a:solidFill>
                <a:srgbClr val="000000"/>
              </a:solidFill>
            </a:endParaRPr>
          </a:p>
          <a:p>
            <a:pPr indent="0" lvl="0" marL="0" rtl="0" algn="l">
              <a:lnSpc>
                <a:spcPct val="115000"/>
              </a:lnSpc>
              <a:spcBef>
                <a:spcPts val="0"/>
              </a:spcBef>
              <a:spcAft>
                <a:spcPts val="0"/>
              </a:spcAft>
              <a:buNone/>
            </a:pPr>
            <a:r>
              <a:rPr lang="en" sz="1300">
                <a:solidFill>
                  <a:srgbClr val="000000"/>
                </a:solidFill>
              </a:rPr>
              <a:t>	</a:t>
            </a:r>
            <a:endParaRPr sz="1300">
              <a:solidFill>
                <a:srgbClr val="000000"/>
              </a:solidFill>
            </a:endParaRPr>
          </a:p>
          <a:p>
            <a:pPr indent="0" lvl="0" marL="457200" rtl="0" algn="l">
              <a:spcBef>
                <a:spcPts val="0"/>
              </a:spcBef>
              <a:spcAft>
                <a:spcPts val="0"/>
              </a:spcAft>
              <a:buNone/>
            </a:pPr>
            <a:r>
              <a:rPr lang="en" sz="1300"/>
              <a:t>In the real world, premium products are naturally rarer than standard products. This chart reflects reality truly excellent wine is harder to produce. The business goal isn't just to classify average wines; it is to accurately isolate that top 21.6% so the winery can price them accordingly and protect their premium brand reputation.</a:t>
            </a:r>
            <a:endParaRPr sz="1300"/>
          </a:p>
          <a:p>
            <a:pPr indent="0" lvl="0" marL="0" rtl="0" algn="l">
              <a:spcBef>
                <a:spcPts val="0"/>
              </a:spcBef>
              <a:spcAft>
                <a:spcPts val="0"/>
              </a:spcAft>
              <a:buSzPct val="27198"/>
              <a:buNone/>
            </a:pPr>
            <a:r>
              <a:t/>
            </a:r>
            <a:endParaRPr sz="3640">
              <a:latin typeface="Spectral ExtraLight"/>
              <a:ea typeface="Spectral ExtraLight"/>
              <a:cs typeface="Spectral ExtraLight"/>
              <a:sym typeface="Spectral ExtraLight"/>
            </a:endParaRPr>
          </a:p>
          <a:p>
            <a:pPr indent="0" lvl="0" marL="0" rtl="0" algn="l">
              <a:spcBef>
                <a:spcPts val="0"/>
              </a:spcBef>
              <a:spcAft>
                <a:spcPts val="0"/>
              </a:spcAft>
              <a:buSzPct val="27198"/>
              <a:buNone/>
            </a:pPr>
            <a:r>
              <a:t/>
            </a:r>
            <a:endParaRPr sz="3640">
              <a:latin typeface="Spectral ExtraLight"/>
              <a:ea typeface="Spectral ExtraLight"/>
              <a:cs typeface="Spectral ExtraLight"/>
              <a:sym typeface="Spectral ExtraLight"/>
            </a:endParaRPr>
          </a:p>
        </p:txBody>
      </p:sp>
      <p:sp>
        <p:nvSpPr>
          <p:cNvPr id="637" name="Google Shape;637;p65"/>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pg. </a:t>
            </a:r>
            <a:fld id="{00000000-1234-1234-1234-123412341234}" type="slidenum">
              <a:rPr lang="en"/>
              <a:t>‹#›</a:t>
            </a:fld>
            <a:endParaRPr/>
          </a:p>
        </p:txBody>
      </p:sp>
      <p:pic>
        <p:nvPicPr>
          <p:cNvPr id="638" name="Google Shape;638;p65"/>
          <p:cNvPicPr preferRelativeResize="0"/>
          <p:nvPr/>
        </p:nvPicPr>
        <p:blipFill>
          <a:blip r:embed="rId3">
            <a:alphaModFix/>
          </a:blip>
          <a:stretch>
            <a:fillRect/>
          </a:stretch>
        </p:blipFill>
        <p:spPr>
          <a:xfrm>
            <a:off x="5039800" y="1373025"/>
            <a:ext cx="4137551" cy="2786625"/>
          </a:xfrm>
          <a:prstGeom prst="rect">
            <a:avLst/>
          </a:prstGeom>
          <a:noFill/>
          <a:ln>
            <a:noFill/>
          </a:ln>
        </p:spPr>
      </p:pic>
      <p:sp>
        <p:nvSpPr>
          <p:cNvPr id="639" name="Google Shape;639;p65"/>
          <p:cNvSpPr txBox="1"/>
          <p:nvPr/>
        </p:nvSpPr>
        <p:spPr>
          <a:xfrm>
            <a:off x="5208600" y="4449025"/>
            <a:ext cx="3749700" cy="54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Spectral"/>
                <a:ea typeface="Spectral"/>
                <a:cs typeface="Spectral"/>
                <a:sym typeface="Spectral"/>
              </a:rPr>
              <a:t>Bar Chart</a:t>
            </a:r>
            <a:endParaRPr sz="2400">
              <a:solidFill>
                <a:schemeClr val="dk1"/>
              </a:solidFill>
              <a:latin typeface="Spectral"/>
              <a:ea typeface="Spectral"/>
              <a:cs typeface="Spectral"/>
              <a:sym typeface="Spectr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66"/>
          <p:cNvSpPr txBox="1"/>
          <p:nvPr>
            <p:ph type="title"/>
          </p:nvPr>
        </p:nvSpPr>
        <p:spPr>
          <a:xfrm>
            <a:off x="680500" y="340625"/>
            <a:ext cx="7538100" cy="905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rgbClr val="000000"/>
              </a:buClr>
              <a:buSzPts val="891"/>
              <a:buFont typeface="Arial"/>
              <a:buNone/>
            </a:pPr>
            <a:r>
              <a:rPr lang="en" sz="4340"/>
              <a:t>Exploring the Wine Quality Dataset</a:t>
            </a:r>
            <a:endParaRPr/>
          </a:p>
        </p:txBody>
      </p:sp>
      <p:sp>
        <p:nvSpPr>
          <p:cNvPr id="645" name="Google Shape;645;p66"/>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pg. </a:t>
            </a:r>
            <a:fld id="{00000000-1234-1234-1234-123412341234}" type="slidenum">
              <a:rPr lang="en"/>
              <a:t>‹#›</a:t>
            </a:fld>
            <a:endParaRPr/>
          </a:p>
        </p:txBody>
      </p:sp>
      <p:sp>
        <p:nvSpPr>
          <p:cNvPr id="646" name="Google Shape;646;p66"/>
          <p:cNvSpPr txBox="1"/>
          <p:nvPr/>
        </p:nvSpPr>
        <p:spPr>
          <a:xfrm>
            <a:off x="554625" y="892200"/>
            <a:ext cx="3607200" cy="4123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100">
                <a:latin typeface="Familjen Grotesk"/>
                <a:ea typeface="Familjen Grotesk"/>
                <a:cs typeface="Familjen Grotesk"/>
                <a:sym typeface="Familjen Grotesk"/>
              </a:rPr>
              <a:t>When you look at your Alcohol Content by Wine Quality box plot, you have two boxes side-by-side: one for Standard Quality (0) and one for High Quality (1).</a:t>
            </a:r>
            <a:endParaRPr sz="1100">
              <a:latin typeface="Familjen Grotesk"/>
              <a:ea typeface="Familjen Grotesk"/>
              <a:cs typeface="Familjen Grotesk"/>
              <a:sym typeface="Familjen Grotesk"/>
            </a:endParaRPr>
          </a:p>
          <a:p>
            <a:pPr indent="-298450" lvl="0" marL="457200" rtl="0" algn="l">
              <a:lnSpc>
                <a:spcPct val="115000"/>
              </a:lnSpc>
              <a:spcBef>
                <a:spcPts val="1200"/>
              </a:spcBef>
              <a:spcAft>
                <a:spcPts val="0"/>
              </a:spcAft>
              <a:buSzPts val="1100"/>
              <a:buFont typeface="Familjen Grotesk"/>
              <a:buChar char="●"/>
            </a:pPr>
            <a:r>
              <a:rPr lang="en" sz="1100">
                <a:latin typeface="Familjen Grotesk"/>
                <a:ea typeface="Familjen Grotesk"/>
                <a:cs typeface="Familjen Grotesk"/>
                <a:sym typeface="Familjen Grotesk"/>
              </a:rPr>
              <a:t>You can visually see that the entire "box" (the middle 50%) for the High-Quality wines is shifted higher up the alcohol scale than the standard wines.</a:t>
            </a:r>
            <a:endParaRPr sz="1100">
              <a:latin typeface="Familjen Grotesk"/>
              <a:ea typeface="Familjen Grotesk"/>
              <a:cs typeface="Familjen Grotesk"/>
              <a:sym typeface="Familjen Grotesk"/>
            </a:endParaRPr>
          </a:p>
          <a:p>
            <a:pPr indent="-298450" lvl="0" marL="457200" rtl="0" algn="l">
              <a:lnSpc>
                <a:spcPct val="115000"/>
              </a:lnSpc>
              <a:spcBef>
                <a:spcPts val="0"/>
              </a:spcBef>
              <a:spcAft>
                <a:spcPts val="0"/>
              </a:spcAft>
              <a:buSzPts val="1100"/>
              <a:buFont typeface="Familjen Grotesk"/>
              <a:buChar char="●"/>
            </a:pPr>
            <a:r>
              <a:rPr lang="en" sz="1100">
                <a:latin typeface="Familjen Grotesk"/>
                <a:ea typeface="Familjen Grotesk"/>
                <a:cs typeface="Familjen Grotesk"/>
                <a:sym typeface="Familjen Grotesk"/>
              </a:rPr>
              <a:t>The median line for High-Quality wines is noticeably higher.</a:t>
            </a:r>
            <a:endParaRPr sz="1100">
              <a:latin typeface="Familjen Grotesk"/>
              <a:ea typeface="Familjen Grotesk"/>
              <a:cs typeface="Familjen Grotesk"/>
              <a:sym typeface="Familjen Grotesk"/>
            </a:endParaRPr>
          </a:p>
          <a:p>
            <a:pPr indent="-298450" lvl="0" marL="457200" rtl="0" algn="l">
              <a:lnSpc>
                <a:spcPct val="115000"/>
              </a:lnSpc>
              <a:spcBef>
                <a:spcPts val="0"/>
              </a:spcBef>
              <a:spcAft>
                <a:spcPts val="0"/>
              </a:spcAft>
              <a:buSzPts val="1100"/>
              <a:buFont typeface="Familjen Grotesk"/>
              <a:buChar char="●"/>
            </a:pPr>
            <a:r>
              <a:rPr lang="en" sz="1100">
                <a:latin typeface="Familjen Grotesk"/>
                <a:ea typeface="Familjen Grotesk"/>
                <a:cs typeface="Familjen Grotesk"/>
                <a:sym typeface="Familjen Grotesk"/>
              </a:rPr>
              <a:t>This visually proves to your audience that higher alcohol content is a consistent, reliable indicator of a premium wine, not just a random fluke.</a:t>
            </a:r>
            <a:endParaRPr sz="1100">
              <a:latin typeface="Familjen Grotesk"/>
              <a:ea typeface="Familjen Grotesk"/>
              <a:cs typeface="Familjen Grotesk"/>
              <a:sym typeface="Familjen Grotesk"/>
            </a:endParaRPr>
          </a:p>
          <a:p>
            <a:pPr indent="-298450" lvl="0" marL="457200" rtl="0" algn="l">
              <a:lnSpc>
                <a:spcPct val="115000"/>
              </a:lnSpc>
              <a:spcBef>
                <a:spcPts val="0"/>
              </a:spcBef>
              <a:spcAft>
                <a:spcPts val="0"/>
              </a:spcAft>
              <a:buSzPts val="1100"/>
              <a:buFont typeface="Familjen Grotesk"/>
              <a:buChar char="●"/>
            </a:pPr>
            <a:r>
              <a:rPr lang="en" sz="1100">
                <a:latin typeface="Familjen Grotesk"/>
                <a:ea typeface="Familjen Grotesk"/>
                <a:cs typeface="Familjen Grotesk"/>
                <a:sym typeface="Familjen Grotesk"/>
              </a:rPr>
              <a:t>Alcohol Content: Displays a strong positive relationship with high quality. The median and middle 50% of high-quality wines sit significantly higher.</a:t>
            </a:r>
            <a:endParaRPr sz="1100">
              <a:latin typeface="Familjen Grotesk"/>
              <a:ea typeface="Familjen Grotesk"/>
              <a:cs typeface="Familjen Grotesk"/>
              <a:sym typeface="Familjen Grotesk"/>
            </a:endParaRPr>
          </a:p>
          <a:p>
            <a:pPr indent="-298450" lvl="0" marL="457200" rtl="0" algn="l">
              <a:lnSpc>
                <a:spcPct val="115000"/>
              </a:lnSpc>
              <a:spcBef>
                <a:spcPts val="0"/>
              </a:spcBef>
              <a:spcAft>
                <a:spcPts val="0"/>
              </a:spcAft>
              <a:buSzPts val="1100"/>
              <a:buFont typeface="Familjen Grotesk"/>
              <a:buChar char="●"/>
            </a:pPr>
            <a:r>
              <a:rPr lang="en" sz="1100">
                <a:latin typeface="Familjen Grotesk"/>
                <a:ea typeface="Familjen Grotesk"/>
                <a:cs typeface="Familjen Grotesk"/>
                <a:sym typeface="Familjen Grotesk"/>
              </a:rPr>
              <a:t>pH Levels: Displays a neutral relationship. Acidity balance alone does not separate standard from premium wines.</a:t>
            </a:r>
            <a:endParaRPr sz="1100">
              <a:latin typeface="Familjen Grotesk"/>
              <a:ea typeface="Familjen Grotesk"/>
              <a:cs typeface="Familjen Grotesk"/>
              <a:sym typeface="Familjen Grotesk"/>
            </a:endParaRPr>
          </a:p>
          <a:p>
            <a:pPr indent="0" lvl="0" marL="457200" rtl="0" algn="l">
              <a:lnSpc>
                <a:spcPct val="115000"/>
              </a:lnSpc>
              <a:spcBef>
                <a:spcPts val="1200"/>
              </a:spcBef>
              <a:spcAft>
                <a:spcPts val="0"/>
              </a:spcAft>
              <a:buNone/>
            </a:pPr>
            <a:r>
              <a:t/>
            </a:r>
            <a:endParaRPr sz="1100">
              <a:latin typeface="Familjen Grotesk"/>
              <a:ea typeface="Familjen Grotesk"/>
              <a:cs typeface="Familjen Grotesk"/>
              <a:sym typeface="Familjen Grotesk"/>
            </a:endParaRPr>
          </a:p>
          <a:p>
            <a:pPr indent="0" lvl="0" marL="0" rtl="0" algn="l">
              <a:spcBef>
                <a:spcPts val="1200"/>
              </a:spcBef>
              <a:spcAft>
                <a:spcPts val="0"/>
              </a:spcAft>
              <a:buNone/>
            </a:pPr>
            <a:r>
              <a:t/>
            </a:r>
            <a:endParaRPr sz="1100">
              <a:solidFill>
                <a:schemeClr val="dk1"/>
              </a:solidFill>
              <a:latin typeface="Spectral"/>
              <a:ea typeface="Spectral"/>
              <a:cs typeface="Spectral"/>
              <a:sym typeface="Spectral"/>
            </a:endParaRPr>
          </a:p>
        </p:txBody>
      </p:sp>
      <p:sp>
        <p:nvSpPr>
          <p:cNvPr id="647" name="Google Shape;647;p66"/>
          <p:cNvSpPr txBox="1"/>
          <p:nvPr/>
        </p:nvSpPr>
        <p:spPr>
          <a:xfrm>
            <a:off x="7294450" y="4316400"/>
            <a:ext cx="1700100" cy="54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Familjen Grotesk"/>
                <a:ea typeface="Familjen Grotesk"/>
                <a:cs typeface="Familjen Grotesk"/>
                <a:sym typeface="Familjen Grotesk"/>
              </a:rPr>
              <a:t>Box Plot</a:t>
            </a:r>
            <a:endParaRPr sz="2400">
              <a:solidFill>
                <a:schemeClr val="dk1"/>
              </a:solidFill>
              <a:latin typeface="Familjen Grotesk"/>
              <a:ea typeface="Familjen Grotesk"/>
              <a:cs typeface="Familjen Grotesk"/>
              <a:sym typeface="Familjen Grotesk"/>
            </a:endParaRPr>
          </a:p>
        </p:txBody>
      </p:sp>
      <p:pic>
        <p:nvPicPr>
          <p:cNvPr id="648" name="Google Shape;648;p66"/>
          <p:cNvPicPr preferRelativeResize="0"/>
          <p:nvPr/>
        </p:nvPicPr>
        <p:blipFill>
          <a:blip r:embed="rId3">
            <a:alphaModFix/>
          </a:blip>
          <a:stretch>
            <a:fillRect/>
          </a:stretch>
        </p:blipFill>
        <p:spPr>
          <a:xfrm>
            <a:off x="6158802" y="826388"/>
            <a:ext cx="2761796" cy="2029813"/>
          </a:xfrm>
          <a:prstGeom prst="rect">
            <a:avLst/>
          </a:prstGeom>
          <a:noFill/>
          <a:ln>
            <a:noFill/>
          </a:ln>
        </p:spPr>
      </p:pic>
      <p:pic>
        <p:nvPicPr>
          <p:cNvPr id="649" name="Google Shape;649;p66"/>
          <p:cNvPicPr preferRelativeResize="0"/>
          <p:nvPr/>
        </p:nvPicPr>
        <p:blipFill>
          <a:blip r:embed="rId4">
            <a:alphaModFix/>
          </a:blip>
          <a:stretch>
            <a:fillRect/>
          </a:stretch>
        </p:blipFill>
        <p:spPr>
          <a:xfrm>
            <a:off x="4384500" y="3062350"/>
            <a:ext cx="2463875" cy="17973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3" name="Shape 653"/>
        <p:cNvGrpSpPr/>
        <p:nvPr/>
      </p:nvGrpSpPr>
      <p:grpSpPr>
        <a:xfrm>
          <a:off x="0" y="0"/>
          <a:ext cx="0" cy="0"/>
          <a:chOff x="0" y="0"/>
          <a:chExt cx="0" cy="0"/>
        </a:xfrm>
      </p:grpSpPr>
      <p:sp>
        <p:nvSpPr>
          <p:cNvPr id="654" name="Google Shape;654;p67"/>
          <p:cNvSpPr txBox="1"/>
          <p:nvPr>
            <p:ph idx="1" type="body"/>
          </p:nvPr>
        </p:nvSpPr>
        <p:spPr>
          <a:xfrm>
            <a:off x="251400" y="1085375"/>
            <a:ext cx="4269900" cy="3713400"/>
          </a:xfrm>
          <a:prstGeom prst="rect">
            <a:avLst/>
          </a:prstGeom>
        </p:spPr>
        <p:txBody>
          <a:bodyPr anchorCtr="0" anchor="t" bIns="0" lIns="0" spcFirstLastPara="1" rIns="0" wrap="square" tIns="91425">
            <a:noAutofit/>
          </a:bodyPr>
          <a:lstStyle/>
          <a:p>
            <a:pPr indent="0" lvl="0" marL="0" rtl="0" algn="l">
              <a:spcBef>
                <a:spcPts val="0"/>
              </a:spcBef>
              <a:spcAft>
                <a:spcPts val="0"/>
              </a:spcAft>
              <a:buNone/>
            </a:pPr>
            <a:r>
              <a:rPr lang="en" sz="1800">
                <a:solidFill>
                  <a:srgbClr val="000000"/>
                </a:solidFill>
                <a:latin typeface="Arial"/>
                <a:ea typeface="Arial"/>
                <a:cs typeface="Arial"/>
                <a:sym typeface="Arial"/>
              </a:rPr>
              <a:t>Heat Map linear relationships across all 11 chemical features and our target variable.</a:t>
            </a:r>
            <a:endParaRPr sz="1800">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000000"/>
                </a:solidFill>
                <a:latin typeface="Arial"/>
                <a:ea typeface="Arial"/>
                <a:cs typeface="Arial"/>
                <a:sym typeface="Arial"/>
              </a:rPr>
              <a:t>Alcohol shows the strongest positive correlation (+0.38) with High Quality.</a:t>
            </a:r>
            <a:endParaRPr sz="1800">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000000"/>
                </a:solidFill>
                <a:latin typeface="Arial"/>
                <a:ea typeface="Arial"/>
                <a:cs typeface="Arial"/>
                <a:sym typeface="Arial"/>
              </a:rPr>
              <a:t>Found a strong negative correlation (-0.78) between Density and Alcohol.</a:t>
            </a:r>
            <a:endParaRPr sz="1800">
              <a:solidFill>
                <a:srgbClr val="000000"/>
              </a:solidFill>
              <a:latin typeface="Arial"/>
              <a:ea typeface="Arial"/>
              <a:cs typeface="Arial"/>
              <a:sym typeface="Arial"/>
            </a:endParaRPr>
          </a:p>
          <a:p>
            <a:pPr indent="-342900" lvl="0" marL="457200" rtl="0" algn="l">
              <a:spcBef>
                <a:spcPts val="0"/>
              </a:spcBef>
              <a:spcAft>
                <a:spcPts val="0"/>
              </a:spcAft>
              <a:buClr>
                <a:srgbClr val="000000"/>
              </a:buClr>
              <a:buSzPts val="1800"/>
              <a:buFont typeface="Arial"/>
              <a:buChar char="●"/>
            </a:pPr>
            <a:r>
              <a:rPr lang="en" sz="1800">
                <a:solidFill>
                  <a:srgbClr val="000000"/>
                </a:solidFill>
                <a:latin typeface="Arial"/>
                <a:ea typeface="Arial"/>
                <a:cs typeface="Arial"/>
                <a:sym typeface="Arial"/>
              </a:rPr>
              <a:t>Selected a Random Forest Classifier specifically because decision-tree models handle collinear features better than standard regression models. </a:t>
            </a:r>
            <a:endParaRPr sz="1800">
              <a:solidFill>
                <a:srgbClr val="000000"/>
              </a:solidFill>
              <a:latin typeface="Arial"/>
              <a:ea typeface="Arial"/>
              <a:cs typeface="Arial"/>
              <a:sym typeface="Aria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55" name="Google Shape;655;p67"/>
          <p:cNvSpPr txBox="1"/>
          <p:nvPr>
            <p:ph type="title"/>
          </p:nvPr>
        </p:nvSpPr>
        <p:spPr>
          <a:xfrm>
            <a:off x="61077" y="276250"/>
            <a:ext cx="8884800" cy="90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340"/>
              <a:t>Exploring the Wine Quality Dataset</a:t>
            </a:r>
            <a:endParaRPr/>
          </a:p>
        </p:txBody>
      </p:sp>
      <p:sp>
        <p:nvSpPr>
          <p:cNvPr id="656" name="Google Shape;656;p67"/>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pg. </a:t>
            </a:r>
            <a:fld id="{00000000-1234-1234-1234-123412341234}" type="slidenum">
              <a:rPr lang="en"/>
              <a:t>‹#›</a:t>
            </a:fld>
            <a:endParaRPr/>
          </a:p>
        </p:txBody>
      </p:sp>
      <p:sp>
        <p:nvSpPr>
          <p:cNvPr id="657" name="Google Shape;657;p67"/>
          <p:cNvSpPr txBox="1"/>
          <p:nvPr/>
        </p:nvSpPr>
        <p:spPr>
          <a:xfrm>
            <a:off x="6124925" y="4304325"/>
            <a:ext cx="2893800" cy="62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Familjen Grotesk"/>
                <a:ea typeface="Familjen Grotesk"/>
                <a:cs typeface="Familjen Grotesk"/>
                <a:sym typeface="Familjen Grotesk"/>
              </a:rPr>
              <a:t>Heat Map</a:t>
            </a:r>
            <a:endParaRPr sz="2400">
              <a:solidFill>
                <a:schemeClr val="dk1"/>
              </a:solidFill>
              <a:latin typeface="Familjen Grotesk"/>
              <a:ea typeface="Familjen Grotesk"/>
              <a:cs typeface="Familjen Grotesk"/>
              <a:sym typeface="Familjen Grotesk"/>
            </a:endParaRPr>
          </a:p>
        </p:txBody>
      </p:sp>
      <p:pic>
        <p:nvPicPr>
          <p:cNvPr id="658" name="Google Shape;658;p67"/>
          <p:cNvPicPr preferRelativeResize="0"/>
          <p:nvPr/>
        </p:nvPicPr>
        <p:blipFill>
          <a:blip r:embed="rId3">
            <a:alphaModFix/>
          </a:blip>
          <a:stretch>
            <a:fillRect/>
          </a:stretch>
        </p:blipFill>
        <p:spPr>
          <a:xfrm>
            <a:off x="5297125" y="964550"/>
            <a:ext cx="3479726" cy="3105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p68"/>
          <p:cNvSpPr txBox="1"/>
          <p:nvPr>
            <p:ph type="title"/>
          </p:nvPr>
        </p:nvSpPr>
        <p:spPr>
          <a:xfrm>
            <a:off x="231375" y="443825"/>
            <a:ext cx="7538100" cy="905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4340"/>
              <a:t>Exploring the Wine Quality Dataset</a:t>
            </a:r>
            <a:endParaRPr/>
          </a:p>
        </p:txBody>
      </p:sp>
      <p:sp>
        <p:nvSpPr>
          <p:cNvPr id="664" name="Google Shape;664;p68"/>
          <p:cNvSpPr txBox="1"/>
          <p:nvPr>
            <p:ph idx="2" type="title"/>
          </p:nvPr>
        </p:nvSpPr>
        <p:spPr>
          <a:xfrm>
            <a:off x="327825" y="1078350"/>
            <a:ext cx="4115700" cy="37266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b="1" lang="en" sz="1700"/>
              <a:t>Top-Left (True Negatives): </a:t>
            </a:r>
            <a:r>
              <a:rPr lang="en" sz="1700"/>
              <a:t>The model predicted the wine was "Standard Quality" (0), and it actually was. </a:t>
            </a:r>
            <a:r>
              <a:rPr i="1" lang="en" sz="1700"/>
              <a:t>This is a correct prediction.</a:t>
            </a:r>
            <a:endParaRPr i="1" sz="1700"/>
          </a:p>
          <a:p>
            <a:pPr indent="-336550" lvl="0" marL="457200" rtl="0" algn="l">
              <a:spcBef>
                <a:spcPts val="0"/>
              </a:spcBef>
              <a:spcAft>
                <a:spcPts val="0"/>
              </a:spcAft>
              <a:buSzPts val="1700"/>
              <a:buChar char="●"/>
            </a:pPr>
            <a:r>
              <a:rPr b="1" lang="en" sz="1700"/>
              <a:t>Bottom-Right (True Positives):</a:t>
            </a:r>
            <a:r>
              <a:rPr lang="en" sz="1700"/>
              <a:t> The model predicted the wine was "High Quality" (1), and it actually was. </a:t>
            </a:r>
            <a:r>
              <a:rPr i="1" lang="en" sz="1700"/>
              <a:t>This is a correct prediction.</a:t>
            </a:r>
            <a:endParaRPr i="1" sz="1700"/>
          </a:p>
          <a:p>
            <a:pPr indent="-336550" lvl="0" marL="457200" rtl="0" algn="l">
              <a:spcBef>
                <a:spcPts val="0"/>
              </a:spcBef>
              <a:spcAft>
                <a:spcPts val="0"/>
              </a:spcAft>
              <a:buSzPts val="1700"/>
              <a:buChar char="●"/>
            </a:pPr>
            <a:r>
              <a:rPr b="1" lang="en" sz="1700"/>
              <a:t>Top-Right (False Positives) </a:t>
            </a:r>
            <a:r>
              <a:rPr lang="en" sz="1700"/>
              <a:t>- Type I Error): The model predicted the wine was "High Quality", but it was actually just a standard wine. </a:t>
            </a:r>
            <a:r>
              <a:rPr i="1" lang="en" sz="1700"/>
              <a:t>The model overestimated the wine.</a:t>
            </a:r>
            <a:endParaRPr i="1" sz="1700"/>
          </a:p>
          <a:p>
            <a:pPr indent="-336550" lvl="0" marL="457200" rtl="0" algn="l">
              <a:spcBef>
                <a:spcPts val="0"/>
              </a:spcBef>
              <a:spcAft>
                <a:spcPts val="0"/>
              </a:spcAft>
              <a:buSzPts val="1700"/>
              <a:buChar char="●"/>
            </a:pPr>
            <a:r>
              <a:rPr b="1" lang="en" sz="1700"/>
              <a:t>Bottom-Left (False Negatives - Type II Error):</a:t>
            </a:r>
            <a:r>
              <a:rPr lang="en" sz="1700"/>
              <a:t> The model predicted the wine was "Standard Quality", but it was actually a premium, high-quality wine. </a:t>
            </a:r>
            <a:r>
              <a:rPr i="1" lang="en" sz="1700"/>
              <a:t>The model missed a good wine.</a:t>
            </a:r>
            <a:endParaRPr i="1" sz="1700"/>
          </a:p>
          <a:p>
            <a:pPr indent="-336550" lvl="0" marL="457200" rtl="0" algn="l">
              <a:spcBef>
                <a:spcPts val="0"/>
              </a:spcBef>
              <a:spcAft>
                <a:spcPts val="0"/>
              </a:spcAft>
              <a:buSzPts val="1700"/>
              <a:buChar char="●"/>
            </a:pPr>
            <a:r>
              <a:rPr lang="en" sz="1700"/>
              <a:t>Why: ability to handle non-linear relationships and multicollinearity</a:t>
            </a:r>
            <a:endParaRPr sz="1700"/>
          </a:p>
          <a:p>
            <a:pPr indent="0" lvl="0" marL="0" rtl="0" algn="l">
              <a:spcBef>
                <a:spcPts val="0"/>
              </a:spcBef>
              <a:spcAft>
                <a:spcPts val="0"/>
              </a:spcAft>
              <a:buNone/>
            </a:pPr>
            <a:r>
              <a:t/>
            </a:r>
            <a:endParaRPr sz="1400"/>
          </a:p>
        </p:txBody>
      </p:sp>
      <p:sp>
        <p:nvSpPr>
          <p:cNvPr id="665" name="Google Shape;665;p68"/>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pg. </a:t>
            </a:r>
            <a:fld id="{00000000-1234-1234-1234-123412341234}" type="slidenum">
              <a:rPr lang="en"/>
              <a:t>‹#›</a:t>
            </a:fld>
            <a:endParaRPr/>
          </a:p>
        </p:txBody>
      </p:sp>
      <p:sp>
        <p:nvSpPr>
          <p:cNvPr id="666" name="Google Shape;666;p68"/>
          <p:cNvSpPr txBox="1"/>
          <p:nvPr/>
        </p:nvSpPr>
        <p:spPr>
          <a:xfrm>
            <a:off x="5775375" y="3978825"/>
            <a:ext cx="2990100" cy="831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Familjen Grotesk"/>
                <a:ea typeface="Familjen Grotesk"/>
                <a:cs typeface="Familjen Grotesk"/>
                <a:sym typeface="Familjen Grotesk"/>
              </a:rPr>
              <a:t>Random Forest Classification</a:t>
            </a:r>
            <a:endParaRPr sz="2400">
              <a:solidFill>
                <a:schemeClr val="dk1"/>
              </a:solidFill>
              <a:latin typeface="Familjen Grotesk"/>
              <a:ea typeface="Familjen Grotesk"/>
              <a:cs typeface="Familjen Grotesk"/>
              <a:sym typeface="Familjen Grotesk"/>
            </a:endParaRPr>
          </a:p>
        </p:txBody>
      </p:sp>
      <p:pic>
        <p:nvPicPr>
          <p:cNvPr id="667" name="Google Shape;667;p68"/>
          <p:cNvPicPr preferRelativeResize="0"/>
          <p:nvPr/>
        </p:nvPicPr>
        <p:blipFill>
          <a:blip r:embed="rId3">
            <a:alphaModFix/>
          </a:blip>
          <a:stretch>
            <a:fillRect/>
          </a:stretch>
        </p:blipFill>
        <p:spPr>
          <a:xfrm>
            <a:off x="4572000" y="982970"/>
            <a:ext cx="4193475" cy="277195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p69"/>
          <p:cNvSpPr txBox="1"/>
          <p:nvPr>
            <p:ph idx="1" type="body"/>
          </p:nvPr>
        </p:nvSpPr>
        <p:spPr>
          <a:xfrm>
            <a:off x="450000" y="1314450"/>
            <a:ext cx="4122000" cy="3556500"/>
          </a:xfrm>
          <a:prstGeom prst="rect">
            <a:avLst/>
          </a:prstGeom>
        </p:spPr>
        <p:txBody>
          <a:bodyPr anchorCtr="0" anchor="t" bIns="0" lIns="0" spcFirstLastPara="1" rIns="0" wrap="square" tIns="91425">
            <a:noAutofit/>
          </a:bodyPr>
          <a:lstStyle/>
          <a:p>
            <a:pPr indent="-323850" lvl="0" marL="457200" rtl="0" algn="l">
              <a:spcBef>
                <a:spcPts val="0"/>
              </a:spcBef>
              <a:spcAft>
                <a:spcPts val="0"/>
              </a:spcAft>
              <a:buClr>
                <a:srgbClr val="000000"/>
              </a:buClr>
              <a:buSzPts val="1500"/>
              <a:buFont typeface="Arial"/>
              <a:buChar char="●"/>
            </a:pPr>
            <a:r>
              <a:rPr lang="en" sz="1500">
                <a:solidFill>
                  <a:srgbClr val="000000"/>
                </a:solidFill>
                <a:latin typeface="Familjen Grotesk"/>
                <a:ea typeface="Familjen Grotesk"/>
                <a:cs typeface="Familjen Grotesk"/>
                <a:sym typeface="Familjen Grotesk"/>
              </a:rPr>
              <a:t>To ensuring distance-based calculations were accurate. Grid Search used to tune regularization and kernel parameters.</a:t>
            </a:r>
            <a:endParaRPr sz="1500">
              <a:solidFill>
                <a:srgbClr val="000000"/>
              </a:solidFill>
              <a:latin typeface="Familjen Grotesk"/>
              <a:ea typeface="Familjen Grotesk"/>
              <a:cs typeface="Familjen Grotesk"/>
              <a:sym typeface="Familjen Grotesk"/>
            </a:endParaRPr>
          </a:p>
          <a:p>
            <a:pPr indent="-323850" lvl="0" marL="457200" rtl="0" algn="l">
              <a:spcBef>
                <a:spcPts val="0"/>
              </a:spcBef>
              <a:spcAft>
                <a:spcPts val="0"/>
              </a:spcAft>
              <a:buClr>
                <a:srgbClr val="000000"/>
              </a:buClr>
              <a:buSzPts val="1500"/>
              <a:buFont typeface="Familjen Grotesk"/>
              <a:buChar char="●"/>
            </a:pPr>
            <a:r>
              <a:rPr lang="en" sz="1500">
                <a:solidFill>
                  <a:srgbClr val="000000"/>
                </a:solidFill>
                <a:latin typeface="Familjen Grotesk"/>
                <a:ea typeface="Familjen Grotesk"/>
                <a:cs typeface="Familjen Grotesk"/>
                <a:sym typeface="Familjen Grotesk"/>
              </a:rPr>
              <a:t>To provide a mathematical contrast to the tree-based Random Forest model, evaluating if a clear geometric boundary exists between quality classes.</a:t>
            </a:r>
            <a:endParaRPr sz="1500">
              <a:solidFill>
                <a:srgbClr val="000000"/>
              </a:solidFill>
              <a:latin typeface="Familjen Grotesk"/>
              <a:ea typeface="Familjen Grotesk"/>
              <a:cs typeface="Familjen Grotesk"/>
              <a:sym typeface="Familjen Grotesk"/>
            </a:endParaRPr>
          </a:p>
          <a:p>
            <a:pPr indent="-323850" lvl="0" marL="457200" rtl="0" algn="l">
              <a:spcBef>
                <a:spcPts val="0"/>
              </a:spcBef>
              <a:spcAft>
                <a:spcPts val="0"/>
              </a:spcAft>
              <a:buClr>
                <a:srgbClr val="000000"/>
              </a:buClr>
              <a:buSzPts val="1500"/>
              <a:buFont typeface="Arial"/>
              <a:buChar char="●"/>
            </a:pPr>
            <a:r>
              <a:rPr lang="en" sz="1500">
                <a:solidFill>
                  <a:srgbClr val="000000"/>
                </a:solidFill>
                <a:latin typeface="Familjen Grotesk"/>
                <a:ea typeface="Familjen Grotesk"/>
                <a:cs typeface="Familjen Grotesk"/>
                <a:sym typeface="Familjen Grotesk"/>
              </a:rPr>
              <a:t>Specifically wanted to </a:t>
            </a:r>
            <a:r>
              <a:rPr lang="en" sz="1500">
                <a:solidFill>
                  <a:srgbClr val="000000"/>
                </a:solidFill>
                <a:latin typeface="Familjen Grotesk"/>
                <a:ea typeface="Familjen Grotesk"/>
                <a:cs typeface="Familjen Grotesk"/>
                <a:sym typeface="Familjen Grotesk"/>
              </a:rPr>
              <a:t>evaluate</a:t>
            </a:r>
            <a:r>
              <a:rPr lang="en" sz="1500">
                <a:solidFill>
                  <a:srgbClr val="000000"/>
                </a:solidFill>
                <a:latin typeface="Familjen Grotesk"/>
                <a:ea typeface="Familjen Grotesk"/>
                <a:cs typeface="Familjen Grotesk"/>
                <a:sym typeface="Familjen Grotesk"/>
              </a:rPr>
              <a:t> the Accuracy, Precision, and Recall. Support the fact the focus remained on the F1-Score for the minority "High Quality" class to determine the ultimate champion model</a:t>
            </a:r>
            <a:endParaRPr sz="1500">
              <a:solidFill>
                <a:srgbClr val="000000"/>
              </a:solidFill>
              <a:latin typeface="Familjen Grotesk"/>
              <a:ea typeface="Familjen Grotesk"/>
              <a:cs typeface="Familjen Grotesk"/>
              <a:sym typeface="Familjen Grotesk"/>
            </a:endParaRPr>
          </a:p>
          <a:p>
            <a:pPr indent="-323850" lvl="0" marL="457200" rtl="0" algn="l">
              <a:spcBef>
                <a:spcPts val="0"/>
              </a:spcBef>
              <a:spcAft>
                <a:spcPts val="0"/>
              </a:spcAft>
              <a:buClr>
                <a:srgbClr val="000000"/>
              </a:buClr>
              <a:buSzPts val="1500"/>
              <a:buFont typeface="Familjen Grotesk"/>
              <a:buChar char="●"/>
            </a:pPr>
            <a:r>
              <a:rPr lang="en" sz="1500">
                <a:solidFill>
                  <a:srgbClr val="000000"/>
                </a:solidFill>
                <a:latin typeface="Familjen Grotesk"/>
                <a:ea typeface="Familjen Grotesk"/>
                <a:cs typeface="Familjen Grotesk"/>
                <a:sym typeface="Familjen Grotesk"/>
              </a:rPr>
              <a:t>Why: To evaluate if a clear mathematical boundary exists between classes after feature scaling</a:t>
            </a:r>
            <a:endParaRPr sz="1500">
              <a:solidFill>
                <a:srgbClr val="000000"/>
              </a:solidFill>
              <a:latin typeface="Familjen Grotesk"/>
              <a:ea typeface="Familjen Grotesk"/>
              <a:cs typeface="Familjen Grotesk"/>
              <a:sym typeface="Familjen Grotesk"/>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73" name="Google Shape;673;p69"/>
          <p:cNvSpPr txBox="1"/>
          <p:nvPr>
            <p:ph type="title"/>
          </p:nvPr>
        </p:nvSpPr>
        <p:spPr>
          <a:xfrm>
            <a:off x="73152" y="335300"/>
            <a:ext cx="8884800" cy="90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340"/>
              <a:t>Exploring the Wine Quality Dataset</a:t>
            </a:r>
            <a:endParaRPr/>
          </a:p>
        </p:txBody>
      </p:sp>
      <p:sp>
        <p:nvSpPr>
          <p:cNvPr id="674" name="Google Shape;674;p69"/>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pg. </a:t>
            </a:r>
            <a:fld id="{00000000-1234-1234-1234-123412341234}" type="slidenum">
              <a:rPr lang="en"/>
              <a:t>‹#›</a:t>
            </a:fld>
            <a:endParaRPr/>
          </a:p>
        </p:txBody>
      </p:sp>
      <p:pic>
        <p:nvPicPr>
          <p:cNvPr id="675" name="Google Shape;675;p69"/>
          <p:cNvPicPr preferRelativeResize="0"/>
          <p:nvPr/>
        </p:nvPicPr>
        <p:blipFill>
          <a:blip r:embed="rId3">
            <a:alphaModFix/>
          </a:blip>
          <a:stretch>
            <a:fillRect/>
          </a:stretch>
        </p:blipFill>
        <p:spPr>
          <a:xfrm>
            <a:off x="4748275" y="1283338"/>
            <a:ext cx="3898275" cy="2576828"/>
          </a:xfrm>
          <a:prstGeom prst="rect">
            <a:avLst/>
          </a:prstGeom>
          <a:noFill/>
          <a:ln>
            <a:noFill/>
          </a:ln>
        </p:spPr>
      </p:pic>
      <p:sp>
        <p:nvSpPr>
          <p:cNvPr id="676" name="Google Shape;676;p69"/>
          <p:cNvSpPr txBox="1"/>
          <p:nvPr/>
        </p:nvSpPr>
        <p:spPr>
          <a:xfrm>
            <a:off x="4858950" y="4316400"/>
            <a:ext cx="3653400" cy="446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100">
              <a:solidFill>
                <a:schemeClr val="dk1"/>
              </a:solidFill>
              <a:latin typeface="Spectral"/>
              <a:ea typeface="Spectral"/>
              <a:cs typeface="Spectral"/>
              <a:sym typeface="Spectral"/>
            </a:endParaRPr>
          </a:p>
        </p:txBody>
      </p:sp>
      <p:sp>
        <p:nvSpPr>
          <p:cNvPr id="677" name="Google Shape;677;p69"/>
          <p:cNvSpPr txBox="1"/>
          <p:nvPr/>
        </p:nvSpPr>
        <p:spPr>
          <a:xfrm>
            <a:off x="5133350" y="4240600"/>
            <a:ext cx="3550800" cy="629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Spectral"/>
                <a:ea typeface="Spectral"/>
                <a:cs typeface="Spectral"/>
                <a:sym typeface="Spectral"/>
              </a:rPr>
              <a:t>SVM Confusion Matrix</a:t>
            </a:r>
            <a:endParaRPr sz="1800">
              <a:solidFill>
                <a:schemeClr val="dk1"/>
              </a:solidFill>
              <a:latin typeface="Spectral"/>
              <a:ea typeface="Spectral"/>
              <a:cs typeface="Spectral"/>
              <a:sym typeface="Spectr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70"/>
          <p:cNvSpPr txBox="1"/>
          <p:nvPr>
            <p:ph type="title"/>
          </p:nvPr>
        </p:nvSpPr>
        <p:spPr>
          <a:xfrm>
            <a:off x="217025" y="335300"/>
            <a:ext cx="8927100" cy="905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4340"/>
              <a:t>Exploring the Wine Quality Dataset</a:t>
            </a:r>
            <a:endParaRPr/>
          </a:p>
        </p:txBody>
      </p:sp>
      <p:sp>
        <p:nvSpPr>
          <p:cNvPr id="683" name="Google Shape;683;p70"/>
          <p:cNvSpPr txBox="1"/>
          <p:nvPr>
            <p:ph idx="12" type="sldNum"/>
          </p:nvPr>
        </p:nvSpPr>
        <p:spPr>
          <a:xfrm>
            <a:off x="131793" y="17528"/>
            <a:ext cx="548700" cy="3231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pg. </a:t>
            </a:r>
            <a:fld id="{00000000-1234-1234-1234-123412341234}" type="slidenum">
              <a:rPr lang="en"/>
              <a:t>‹#›</a:t>
            </a:fld>
            <a:endParaRPr/>
          </a:p>
        </p:txBody>
      </p:sp>
      <p:sp>
        <p:nvSpPr>
          <p:cNvPr id="684" name="Google Shape;684;p70"/>
          <p:cNvSpPr txBox="1"/>
          <p:nvPr/>
        </p:nvSpPr>
        <p:spPr>
          <a:xfrm>
            <a:off x="337600" y="1240400"/>
            <a:ext cx="4663800" cy="34860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rgbClr val="595959"/>
              </a:buClr>
              <a:buSzPts val="1200"/>
              <a:buFont typeface="Familjen Grotesk"/>
              <a:buChar char="●"/>
            </a:pPr>
            <a:r>
              <a:rPr lang="en" sz="1200">
                <a:solidFill>
                  <a:srgbClr val="595959"/>
                </a:solidFill>
                <a:latin typeface="Familjen Grotesk"/>
                <a:ea typeface="Familjen Grotesk"/>
                <a:cs typeface="Familjen Grotesk"/>
                <a:sym typeface="Familjen Grotesk"/>
              </a:rPr>
              <a:t>The unsupervised learning phase, I utilized K-Means clustering to identify natural groupings within our wine inventory based solely on their chemical fingerprints</a:t>
            </a:r>
            <a:endParaRPr sz="1200">
              <a:solidFill>
                <a:srgbClr val="595959"/>
              </a:solidFill>
              <a:latin typeface="Familjen Grotesk"/>
              <a:ea typeface="Familjen Grotesk"/>
              <a:cs typeface="Familjen Grotesk"/>
              <a:sym typeface="Familjen Grotesk"/>
            </a:endParaRPr>
          </a:p>
          <a:p>
            <a:pPr indent="-304800" lvl="0" marL="457200" rtl="0" algn="l">
              <a:spcBef>
                <a:spcPts val="0"/>
              </a:spcBef>
              <a:spcAft>
                <a:spcPts val="0"/>
              </a:spcAft>
              <a:buClr>
                <a:srgbClr val="595959"/>
              </a:buClr>
              <a:buSzPts val="1200"/>
              <a:buFont typeface="Familjen Grotesk"/>
              <a:buChar char="●"/>
            </a:pPr>
            <a:r>
              <a:rPr lang="en" sz="1200">
                <a:solidFill>
                  <a:srgbClr val="595959"/>
                </a:solidFill>
                <a:latin typeface="Familjen Grotesk"/>
                <a:ea typeface="Familjen Grotesk"/>
                <a:cs typeface="Familjen Grotesk"/>
                <a:sym typeface="Familjen Grotesk"/>
              </a:rPr>
              <a:t>To determine the optimal number of clusters, I utilized the Elbow Method then observed a significant bend at k=3, indicating that three distinct groups provided the most meaningful separation. </a:t>
            </a:r>
            <a:endParaRPr sz="1200">
              <a:solidFill>
                <a:srgbClr val="595959"/>
              </a:solidFill>
              <a:latin typeface="Familjen Grotesk"/>
              <a:ea typeface="Familjen Grotesk"/>
              <a:cs typeface="Familjen Grotesk"/>
              <a:sym typeface="Familjen Grotesk"/>
            </a:endParaRPr>
          </a:p>
          <a:p>
            <a:pPr indent="-304800" lvl="0" marL="457200" rtl="0" algn="l">
              <a:lnSpc>
                <a:spcPct val="115000"/>
              </a:lnSpc>
              <a:spcBef>
                <a:spcPts val="0"/>
              </a:spcBef>
              <a:spcAft>
                <a:spcPts val="0"/>
              </a:spcAft>
              <a:buClr>
                <a:srgbClr val="595959"/>
              </a:buClr>
              <a:buSzPts val="1200"/>
              <a:buFont typeface="Familjen Grotesk"/>
              <a:buChar char="●"/>
            </a:pPr>
            <a:r>
              <a:rPr lang="en" sz="1200">
                <a:solidFill>
                  <a:srgbClr val="595959"/>
                </a:solidFill>
                <a:latin typeface="Familjen Grotesk"/>
                <a:ea typeface="Familjen Grotesk"/>
                <a:cs typeface="Familjen Grotesk"/>
                <a:sym typeface="Familjen Grotesk"/>
              </a:rPr>
              <a:t>I found three distinct market segments: a group of high-alcohol dry wines, a group of lighter sweet wines, and a group of balanced high-acidity wines.</a:t>
            </a:r>
            <a:endParaRPr sz="1200">
              <a:solidFill>
                <a:srgbClr val="595959"/>
              </a:solidFill>
              <a:latin typeface="Familjen Grotesk"/>
              <a:ea typeface="Familjen Grotesk"/>
              <a:cs typeface="Familjen Grotesk"/>
              <a:sym typeface="Familjen Grotesk"/>
            </a:endParaRPr>
          </a:p>
          <a:p>
            <a:pPr indent="-304800" lvl="0" marL="457200" rtl="0" algn="l">
              <a:lnSpc>
                <a:spcPct val="115000"/>
              </a:lnSpc>
              <a:spcBef>
                <a:spcPts val="0"/>
              </a:spcBef>
              <a:spcAft>
                <a:spcPts val="0"/>
              </a:spcAft>
              <a:buClr>
                <a:srgbClr val="595959"/>
              </a:buClr>
              <a:buSzPts val="1200"/>
              <a:buFont typeface="Familjen Grotesk"/>
              <a:buChar char="●"/>
            </a:pPr>
            <a:r>
              <a:rPr lang="en" sz="1200">
                <a:solidFill>
                  <a:srgbClr val="595959"/>
                </a:solidFill>
                <a:latin typeface="Familjen Grotesk"/>
                <a:ea typeface="Familjen Grotesk"/>
                <a:cs typeface="Familjen Grotesk"/>
                <a:sym typeface="Familjen Grotesk"/>
              </a:rPr>
              <a:t>This is invaluable. Instead of relying on a human to manually sort thousands of bottles, the winery can now use these profiles to automatically direct different batches to the appropriate marketing channels or price points based on the chemical preferences of their customers</a:t>
            </a:r>
            <a:endParaRPr sz="1200">
              <a:solidFill>
                <a:srgbClr val="595959"/>
              </a:solidFill>
              <a:latin typeface="Familjen Grotesk"/>
              <a:ea typeface="Familjen Grotesk"/>
              <a:cs typeface="Familjen Grotesk"/>
              <a:sym typeface="Familjen Grotesk"/>
            </a:endParaRPr>
          </a:p>
          <a:p>
            <a:pPr indent="0" lvl="0" marL="0" rtl="0" algn="l">
              <a:lnSpc>
                <a:spcPct val="115000"/>
              </a:lnSpc>
              <a:spcBef>
                <a:spcPts val="1200"/>
              </a:spcBef>
              <a:spcAft>
                <a:spcPts val="0"/>
              </a:spcAft>
              <a:buNone/>
            </a:pPr>
            <a:r>
              <a:t/>
            </a:r>
            <a:endParaRPr sz="1200">
              <a:solidFill>
                <a:srgbClr val="595959"/>
              </a:solidFill>
              <a:latin typeface="Familjen Grotesk"/>
              <a:ea typeface="Familjen Grotesk"/>
              <a:cs typeface="Familjen Grotesk"/>
              <a:sym typeface="Familjen Grotesk"/>
            </a:endParaRPr>
          </a:p>
          <a:p>
            <a:pPr indent="0" lvl="0" marL="457200" rtl="0" algn="l">
              <a:spcBef>
                <a:spcPts val="1200"/>
              </a:spcBef>
              <a:spcAft>
                <a:spcPts val="0"/>
              </a:spcAft>
              <a:buNone/>
            </a:pPr>
            <a:r>
              <a:t/>
            </a:r>
            <a:endParaRPr sz="1100">
              <a:solidFill>
                <a:schemeClr val="dk1"/>
              </a:solidFill>
              <a:latin typeface="Spectral"/>
              <a:ea typeface="Spectral"/>
              <a:cs typeface="Spectral"/>
              <a:sym typeface="Spectral"/>
            </a:endParaRPr>
          </a:p>
        </p:txBody>
      </p:sp>
      <p:sp>
        <p:nvSpPr>
          <p:cNvPr id="685" name="Google Shape;685;p70"/>
          <p:cNvSpPr txBox="1"/>
          <p:nvPr/>
        </p:nvSpPr>
        <p:spPr>
          <a:xfrm>
            <a:off x="5641575" y="4807025"/>
            <a:ext cx="1782900" cy="4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Spectral"/>
                <a:ea typeface="Spectral"/>
                <a:cs typeface="Spectral"/>
                <a:sym typeface="Spectral"/>
              </a:rPr>
              <a:t>K Means Clustering</a:t>
            </a:r>
            <a:endParaRPr>
              <a:solidFill>
                <a:schemeClr val="dk1"/>
              </a:solidFill>
              <a:latin typeface="Spectral"/>
              <a:ea typeface="Spectral"/>
              <a:cs typeface="Spectral"/>
              <a:sym typeface="Spectral"/>
            </a:endParaRPr>
          </a:p>
        </p:txBody>
      </p:sp>
      <p:pic>
        <p:nvPicPr>
          <p:cNvPr id="686" name="Google Shape;686;p70"/>
          <p:cNvPicPr preferRelativeResize="0"/>
          <p:nvPr/>
        </p:nvPicPr>
        <p:blipFill>
          <a:blip r:embed="rId3">
            <a:alphaModFix/>
          </a:blip>
          <a:stretch>
            <a:fillRect/>
          </a:stretch>
        </p:blipFill>
        <p:spPr>
          <a:xfrm>
            <a:off x="6504599" y="872748"/>
            <a:ext cx="2562401" cy="1589351"/>
          </a:xfrm>
          <a:prstGeom prst="rect">
            <a:avLst/>
          </a:prstGeom>
          <a:noFill/>
          <a:ln>
            <a:noFill/>
          </a:ln>
        </p:spPr>
      </p:pic>
      <p:pic>
        <p:nvPicPr>
          <p:cNvPr id="687" name="Google Shape;687;p70"/>
          <p:cNvPicPr preferRelativeResize="0"/>
          <p:nvPr/>
        </p:nvPicPr>
        <p:blipFill>
          <a:blip r:embed="rId4">
            <a:alphaModFix/>
          </a:blip>
          <a:stretch>
            <a:fillRect/>
          </a:stretch>
        </p:blipFill>
        <p:spPr>
          <a:xfrm>
            <a:off x="5001400" y="2462100"/>
            <a:ext cx="2992801" cy="22352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71"/>
          <p:cNvSpPr txBox="1"/>
          <p:nvPr>
            <p:ph type="title"/>
          </p:nvPr>
        </p:nvSpPr>
        <p:spPr>
          <a:xfrm>
            <a:off x="491175" y="335300"/>
            <a:ext cx="8652900" cy="90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4680"/>
              <a:t>Conclusion &amp; </a:t>
            </a:r>
            <a:r>
              <a:rPr lang="en" sz="4680"/>
              <a:t>Recommendations</a:t>
            </a:r>
            <a:endParaRPr sz="4680"/>
          </a:p>
        </p:txBody>
      </p:sp>
      <p:sp>
        <p:nvSpPr>
          <p:cNvPr id="693" name="Google Shape;693;p71"/>
          <p:cNvSpPr txBox="1"/>
          <p:nvPr/>
        </p:nvSpPr>
        <p:spPr>
          <a:xfrm>
            <a:off x="593125" y="1158450"/>
            <a:ext cx="7035900" cy="37821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Font typeface="Familjen Grotesk"/>
              <a:buChar char="●"/>
            </a:pPr>
            <a:r>
              <a:rPr lang="en">
                <a:latin typeface="Familjen Grotesk"/>
                <a:ea typeface="Familjen Grotesk"/>
                <a:cs typeface="Familjen Grotesk"/>
                <a:sym typeface="Familjen Grotesk"/>
              </a:rPr>
              <a:t>Model Champion: The Random Forest Classifier and SVM  is the recommended solution due to its superior F1-Score, successfully identifying high-quality wines despite the significant class imbalance.</a:t>
            </a:r>
            <a:endParaRPr>
              <a:latin typeface="Familjen Grotesk"/>
              <a:ea typeface="Familjen Grotesk"/>
              <a:cs typeface="Familjen Grotesk"/>
              <a:sym typeface="Familjen Grotesk"/>
            </a:endParaRPr>
          </a:p>
          <a:p>
            <a:pPr indent="-317500" lvl="0" marL="457200" rtl="0" algn="l">
              <a:lnSpc>
                <a:spcPct val="115000"/>
              </a:lnSpc>
              <a:spcBef>
                <a:spcPts val="0"/>
              </a:spcBef>
              <a:spcAft>
                <a:spcPts val="0"/>
              </a:spcAft>
              <a:buSzPts val="1400"/>
              <a:buFont typeface="Familjen Grotesk"/>
              <a:buChar char="●"/>
            </a:pPr>
            <a:r>
              <a:rPr lang="en">
                <a:latin typeface="Familjen Grotesk"/>
                <a:ea typeface="Familjen Grotesk"/>
                <a:cs typeface="Familjen Grotesk"/>
                <a:sym typeface="Familjen Grotesk"/>
              </a:rPr>
              <a:t>Operational Efficiency: Implementing this automated chemical screening reduces reliance on subjective tasting panels, accelerating the "time-to-market" for new batches.</a:t>
            </a:r>
            <a:endParaRPr>
              <a:latin typeface="Familjen Grotesk"/>
              <a:ea typeface="Familjen Grotesk"/>
              <a:cs typeface="Familjen Grotesk"/>
              <a:sym typeface="Familjen Grotesk"/>
            </a:endParaRPr>
          </a:p>
          <a:p>
            <a:pPr indent="-317500" lvl="0" marL="457200" rtl="0" algn="l">
              <a:lnSpc>
                <a:spcPct val="115000"/>
              </a:lnSpc>
              <a:spcBef>
                <a:spcPts val="0"/>
              </a:spcBef>
              <a:spcAft>
                <a:spcPts val="0"/>
              </a:spcAft>
              <a:buSzPts val="1400"/>
              <a:buFont typeface="Familjen Grotesk"/>
              <a:buChar char="●"/>
            </a:pPr>
            <a:r>
              <a:rPr lang="en">
                <a:latin typeface="Familjen Grotesk"/>
                <a:ea typeface="Familjen Grotesk"/>
                <a:cs typeface="Familjen Grotesk"/>
                <a:sym typeface="Familjen Grotesk"/>
              </a:rPr>
              <a:t>Market Advantage: The K-Means clustering profiles provide a data-driven roadmap for targeted marketing, allowing for precise segmentation of "Dry" vs. "Sweet" consumer preferences.</a:t>
            </a:r>
            <a:endParaRPr>
              <a:latin typeface="Familjen Grotesk"/>
              <a:ea typeface="Familjen Grotesk"/>
              <a:cs typeface="Familjen Grotesk"/>
              <a:sym typeface="Familjen Grotesk"/>
            </a:endParaRPr>
          </a:p>
          <a:p>
            <a:pPr indent="-317500" lvl="0" marL="457200" rtl="0" algn="l">
              <a:lnSpc>
                <a:spcPct val="115000"/>
              </a:lnSpc>
              <a:spcBef>
                <a:spcPts val="0"/>
              </a:spcBef>
              <a:spcAft>
                <a:spcPts val="0"/>
              </a:spcAft>
              <a:buSzPts val="1400"/>
              <a:buFont typeface="Familjen Grotesk"/>
              <a:buChar char="●"/>
            </a:pPr>
            <a:r>
              <a:rPr lang="en">
                <a:latin typeface="Familjen Grotesk"/>
                <a:ea typeface="Familjen Grotesk"/>
                <a:cs typeface="Familjen Grotesk"/>
                <a:sym typeface="Familjen Grotesk"/>
              </a:rPr>
              <a:t>Future Scalability: This framework can be integrated into a real-time monitoring dashboard, allowing winemakers to adjust fermentation variables mid-process to maximize the probability of a "High Quality" output.</a:t>
            </a:r>
            <a:endParaRPr>
              <a:latin typeface="Familjen Grotesk"/>
              <a:ea typeface="Familjen Grotesk"/>
              <a:cs typeface="Familjen Grotesk"/>
              <a:sym typeface="Familjen Grotesk"/>
            </a:endParaRPr>
          </a:p>
          <a:p>
            <a:pPr indent="-317500" lvl="0" marL="457200" rtl="0" algn="l">
              <a:lnSpc>
                <a:spcPct val="115000"/>
              </a:lnSpc>
              <a:spcBef>
                <a:spcPts val="0"/>
              </a:spcBef>
              <a:spcAft>
                <a:spcPts val="0"/>
              </a:spcAft>
              <a:buSzPts val="1400"/>
              <a:buFont typeface="Familjen Grotesk"/>
              <a:buChar char="●"/>
            </a:pPr>
            <a:r>
              <a:rPr lang="en">
                <a:latin typeface="Familjen Grotesk"/>
                <a:ea typeface="Familjen Grotesk"/>
                <a:cs typeface="Familjen Grotesk"/>
                <a:sym typeface="Familjen Grotesk"/>
              </a:rPr>
              <a:t>Brand Consistency while ensuring every 'High Quality' bottle actually meets the chemical standard and Cost Reduction less reliance on expensive tasting panels. </a:t>
            </a:r>
            <a:endParaRPr>
              <a:latin typeface="Familjen Grotesk"/>
              <a:ea typeface="Familjen Grotesk"/>
              <a:cs typeface="Familjen Grotesk"/>
              <a:sym typeface="Familjen Grotesk"/>
            </a:endParaRPr>
          </a:p>
          <a:p>
            <a:pPr indent="0" lvl="0" marL="0" rtl="0" algn="l">
              <a:lnSpc>
                <a:spcPct val="115000"/>
              </a:lnSpc>
              <a:spcBef>
                <a:spcPts val="0"/>
              </a:spcBef>
              <a:spcAft>
                <a:spcPts val="0"/>
              </a:spcAft>
              <a:buNone/>
            </a:pPr>
            <a:r>
              <a:t/>
            </a:r>
            <a:endParaRPr sz="1500">
              <a:latin typeface="Familjen Grotesk"/>
              <a:ea typeface="Familjen Grotesk"/>
              <a:cs typeface="Familjen Grotesk"/>
              <a:sym typeface="Familjen Grotesk"/>
            </a:endParaRPr>
          </a:p>
          <a:p>
            <a:pPr indent="0" lvl="0" marL="0" rtl="0" algn="l">
              <a:spcBef>
                <a:spcPts val="0"/>
              </a:spcBef>
              <a:spcAft>
                <a:spcPts val="0"/>
              </a:spcAft>
              <a:buNone/>
            </a:pPr>
            <a:r>
              <a:t/>
            </a:r>
            <a:endParaRPr sz="1500">
              <a:solidFill>
                <a:schemeClr val="dk1"/>
              </a:solidFill>
              <a:latin typeface="Familjen Grotesk"/>
              <a:ea typeface="Familjen Grotesk"/>
              <a:cs typeface="Familjen Grotesk"/>
              <a:sym typeface="Familjen Grotesk"/>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Business &amp; Financial Report">
  <a:themeElements>
    <a:clrScheme name="Simple Light">
      <a:dk1>
        <a:srgbClr val="3C3D36"/>
      </a:dk1>
      <a:lt1>
        <a:srgbClr val="F2F2F2"/>
      </a:lt1>
      <a:dk2>
        <a:srgbClr val="D4D2D1"/>
      </a:dk2>
      <a:lt2>
        <a:srgbClr val="E3D6BC"/>
      </a:lt2>
      <a:accent1>
        <a:srgbClr val="D4C2AB"/>
      </a:accent1>
      <a:accent2>
        <a:srgbClr val="817463"/>
      </a:accent2>
      <a:accent3>
        <a:srgbClr val="27BAA6"/>
      </a:accent3>
      <a:accent4>
        <a:srgbClr val="F1C232"/>
      </a:accent4>
      <a:accent5>
        <a:srgbClr val="FF691C"/>
      </a:accent5>
      <a:accent6>
        <a:srgbClr val="F9D8FB"/>
      </a:accent6>
      <a:hlink>
        <a:srgbClr val="27BAA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